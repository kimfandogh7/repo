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Default Extension="jpg" ContentType="image/jpeg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7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</p:sldIdLst>
  <p:sldSz cx="10287000" cy="18288000" type="custom"/>
  <p:notesSz cx="6858000" cy="9144000"/>
  <p:defaultTextStyle>
    <a:defPPr>
      <a:defRPr lang="en-US"/>
    </a:defPPr>
    <a:lvl1pPr marL="0" algn="l" defTabSz="457200" rtl="0" eaLnBrk="1" latinLnBrk="0" hangingPunct="1">
      <a:defRPr sz="1800" kern="1200" lang="en-US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 lang="en-US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 lang="en-US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 lang="en-US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 lang="en-US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 lang="en-US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 lang="en-US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 lang="en-US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 lang="en-US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7.xml><?xml version="1.0" encoding="utf-8"?>
<p:sldLayout xmlns:a="http://schemas.openxmlformats.org/drawingml/2006/main" xmlns:p="http://schemas.openxmlformats.org/presentationml/2006/main" type="blank" preserve="1">
  <p:cSld name="f1v — 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>
  <p:cSld name="f1v — Master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 lang="en-US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 lang="en-US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 lang="en-US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55" r:id="rId7"/>
  </p:sldLayoutIdLst>
  <p:txStyles>
    <p:titleStyle>
      <a:lvl1pPr algn="ctr" defTabSz="457200" rtl="0" eaLnBrk="1" latinLnBrk="0" hangingPunct="1">
        <a:spcBef>
          <a:spcPct val="0"/>
        </a:spcBef>
        <a:buNone/>
        <a:defRPr sz="4350" kern="1200" lang="en-US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2400" kern="1200" lang="en-US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250" kern="1200" lang="en-US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100" kern="1200" lang="en-US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1950" kern="1200" lang="en-US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1800" kern="1200" lang="en-US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1650" kern="1200" lang="en-US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1500" kern="1200" lang="en-US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1350" kern="1200" lang="en-US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1200" kern="1200" lang="en-US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2400" kern="1200" lang="en-US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2250" kern="1200" lang="en-US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2100" kern="1200" lang="en-US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950" kern="1200" lang="en-US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 lang="en-US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650" kern="1200" lang="en-US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500" kern="1200" lang="en-US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350" kern="1200" lang="en-US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200" kern="1200" lang="en-US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
<Relationships xmlns="http://schemas.openxmlformats.org/package/2006/relationships">
  <Relationship Id="rId1"
                Type="http://schemas.openxmlformats.org/officeDocument/2006/relationships/slideLayout"
                Target="../slideLayouts/slideLayout7.xml"/>
  <Relationship Id="rId2" Type="http://schemas.openxmlformats.org/officeDocument/2006/relationships/image" Target="../media/image_ee403c72d1a25810.jpg"/>
</Relationships>
</file>

<file path=ppt/slides/_rels/slide2.xml.rels><?xml version="1.0" encoding="UTF-8" standalone="yes"?>
<Relationships xmlns="http://schemas.openxmlformats.org/package/2006/relationships">
  <Relationship Id="rId1"
                Type="http://schemas.openxmlformats.org/officeDocument/2006/relationships/slideLayout"
                Target="../slideLayouts/slideLayout7.xml"/>
  <Relationship Id="rId2" Type="http://schemas.openxmlformats.org/officeDocument/2006/relationships/image" Target="../media/image_bb640e3a75c5656e.jpg"/>
</Relationships>
</file>

<file path=ppt/slides/_rels/slide3.xml.rels><?xml version="1.0" encoding="UTF-8" standalone="yes"?>
<Relationships xmlns="http://schemas.openxmlformats.org/package/2006/relationships">
  <Relationship Id="rId1"
                Type="http://schemas.openxmlformats.org/officeDocument/2006/relationships/slideLayout"
                Target="../slideLayouts/slideLayout7.xml"/>
  <Relationship Id="rId2" Type="http://schemas.openxmlformats.org/officeDocument/2006/relationships/image" Target="../media/image_b78bc28ff35f92c8.jpg"/>
</Relationships>
</file>

<file path=ppt/slides/_rels/slide4.xml.rels><?xml version="1.0" encoding="UTF-8" standalone="yes"?>
<Relationships xmlns="http://schemas.openxmlformats.org/package/2006/relationships">
  <Relationship Id="rId1"
                Type="http://schemas.openxmlformats.org/officeDocument/2006/relationships/slideLayout"
                Target="../slideLayouts/slideLayout7.xml"/>
  <Relationship Id="rId2" Type="http://schemas.openxmlformats.org/officeDocument/2006/relationships/image" Target="../media/image_dda882bca8401a12.jpg"/>
</Relationships>
</file>

<file path=ppt/slides/slide1.xml><?xml version="1.0" encoding="utf-8"?>
<p:sld xmlns:a="http://schemas.openxmlformats.org/drawingml/2006/main" xmlns:p="http://schemas.openxmlformats.org/presentationml/2006/main" xmlns:p14="http://schemas.microsoft.com/office/powerpoint/2010/main" xmlns:r="http://schemas.openxmlformats.org/officeDocument/2006/relationships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!!core"/>
          <p:cNvGrpSpPr/>
          <p:nvPr/>
        </p:nvGrpSpPr>
        <p:grpSpPr>
          <a:xfrm>
            <a:off x="0" y="5486400"/>
            <a:ext cx="10287000" cy="5486400"/>
            <a:chOff x="0" y="5486400"/>
            <a:chExt cx="10287000" cy="5486400"/>
          </a:xfrm>
        </p:grpSpPr>
        <p:pic>
          <p:nvPicPr>
            <p:cNvPr id="2" name="Image 2"/>
            <p:cNvPicPr>
              <a:picLocks noChangeAspect="1"/>
            </p:cNvPicPr>
            <p:nvPr/>
          </p:nvPicPr>
          <p:blipFill>
            <a:blip r:embed="rId2"/>
            <a:srcRect l="0" t="1111" r="0" b="1111"/>
            <a:stretch>
              <a:fillRect/>
            </a:stretch>
          </p:blipFill>
          <p:spPr>
            <a:xfrm>
              <a:off x="0" y="5486400"/>
              <a:ext cx="10287000" cy="5486400"/>
            </a:xfrm>
            <a:prstGeom prst="rect">
              <a:avLst/>
            </a:prstGeom>
          </p:spPr>
        </p:pic>
        <p:sp>
          <p:nvSpPr>
            <p:cNvPr id="3" name="Rectangle 3"/>
            <p:cNvSpPr/>
            <p:nvPr/>
          </p:nvSpPr>
          <p:spPr>
            <a:xfrm>
              <a:off x="0" y="5486400"/>
              <a:ext cx="10287000" cy="5486400"/>
            </a:xfrm>
            <a:prstGeom prst="rect">
              <a:avLst/>
            </a:prstGeom>
            <a:solidFill>
              <a:schemeClr val="lt1">
                <a:alpha val="12000"/>
              </a:schemeClr>
            </a:solidFill>
            <a:ln>
              <a:noFill/>
            </a:ln>
          </p:spPr>
        </p:sp>
        <p:sp>
          <p:nvSpPr>
            <p:cNvPr id="4" name="Rectangle 4"/>
            <p:cNvSpPr/>
            <p:nvPr/>
          </p:nvSpPr>
          <p:spPr>
            <a:xfrm>
              <a:off x="0" y="5486400"/>
              <a:ext cx="10287000" cy="47625"/>
            </a:xfrm>
            <a:prstGeom prst="rect">
              <a:avLst/>
            </a:prstGeom>
            <a:gradFill>
              <a:gsLst>
                <a:gs pos="0">
                  <a:schemeClr val="accent1"/>
                </a:gs>
                <a:gs pos="100000">
                  <a:schemeClr val="accent2"/>
                </a:gs>
              </a:gsLst>
              <a:lin ang="0" scaled="1"/>
            </a:gradFill>
            <a:ln>
              <a:noFill/>
            </a:ln>
          </p:spPr>
        </p:sp>
        <p:sp>
          <p:nvSpPr>
            <p:cNvPr id="5" name="Rectangle 5"/>
            <p:cNvSpPr/>
            <p:nvPr/>
          </p:nvSpPr>
          <p:spPr>
            <a:xfrm>
              <a:off x="0" y="10925175"/>
              <a:ext cx="10287000" cy="47625"/>
            </a:xfrm>
            <a:prstGeom prst="rect">
              <a:avLst/>
            </a:prstGeom>
            <a:gradFill>
              <a:gsLst>
                <a:gs pos="0">
                  <a:schemeClr val="accent1"/>
                </a:gs>
                <a:gs pos="100000">
                  <a:schemeClr val="accent2"/>
                </a:gs>
              </a:gsLst>
              <a:lin ang="0" scaled="1"/>
            </a:gradFill>
            <a:ln>
              <a:noFill/>
            </a:ln>
          </p:spPr>
        </p:sp>
      </p:grpSp>
      <p:grpSp>
        <p:nvGrpSpPr>
          <p:cNvPr id="9" name="!!mark"/>
          <p:cNvGrpSpPr/>
          <p:nvPr/>
        </p:nvGrpSpPr>
        <p:grpSpPr>
          <a:xfrm>
            <a:off x="1133856" y="3429000"/>
            <a:ext cx="2607642" cy="637794"/>
            <a:chOff x="1133856" y="3429000"/>
            <a:chExt cx="2607642" cy="637794"/>
          </a:xfrm>
        </p:grpSpPr>
        <p:sp>
          <p:nvSpPr>
            <p:cNvPr id="7" name="Rectangle 7"/>
            <p:cNvSpPr/>
            <p:nvPr/>
          </p:nvSpPr>
          <p:spPr>
            <a:xfrm>
              <a:off x="1143000" y="3429000"/>
              <a:ext cx="609600" cy="3810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</p:sp>
        <p:sp>
          <p:nvSpPr>
            <p:cNvPr id="8" name="TextBox 8"/>
            <p:cNvSpPr txBox="1"/>
            <p:nvPr/>
          </p:nvSpPr>
          <p:spPr>
            <a:xfrm>
              <a:off x="1133856" y="3714750"/>
              <a:ext cx="2607642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800" dirty="0">
                  <a:solidFill>
                    <a:srgbClr val="8FA3BF"/>
                  </a:solidFill>
                  <a:latin typeface="+mn-lt"/>
                  <a:ea typeface="+mn-ea"/>
                  <a:cs typeface="+mn-cs"/>
                </a:rPr>
                <a:t>AERODYNAMICS · 01</a:t>
              </a:r>
            </a:p>
          </p:txBody>
        </p:sp>
      </p:grpSp>
      <p:grpSp>
        <p:nvGrpSpPr>
          <p:cNvPr id="13" name="v-type"/>
          <p:cNvGrpSpPr/>
          <p:nvPr/>
        </p:nvGrpSpPr>
        <p:grpSpPr>
          <a:xfrm>
            <a:off x="1123950" y="11544300"/>
            <a:ext cx="5536939" cy="2634742"/>
            <a:chOff x="1123950" y="11544300"/>
            <a:chExt cx="5536939" cy="2634742"/>
          </a:xfrm>
        </p:grpSpPr>
        <p:sp>
          <p:nvSpPr>
            <p:cNvPr id="10" name="TextBox 10"/>
            <p:cNvSpPr txBox="1"/>
            <p:nvPr/>
          </p:nvSpPr>
          <p:spPr>
            <a:xfrm>
              <a:off x="1123950" y="11544300"/>
              <a:ext cx="3559244" cy="1304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675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GRIP IS</a:t>
              </a: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1123950" y="12496800"/>
              <a:ext cx="4732703" cy="1304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675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INVISIBLE</a:t>
              </a:r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1130808" y="13709650"/>
              <a:ext cx="5530081" cy="46939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2400" dirty="0">
                  <a:solidFill>
                    <a:srgbClr val="8FA3BF"/>
                  </a:solidFill>
                  <a:latin typeface="+mn-lt"/>
                  <a:ea typeface="+mn-ea"/>
                  <a:cs typeface="+mn-cs"/>
                </a:rPr>
                <a:t>The wing presses the car into the road</a:t>
              </a:r>
            </a:p>
          </p:txBody>
        </p:sp>
      </p:grpSp>
    </p:spTree>
  </p:cSld>
  <p:clrMapOvr>
    <a:masterClrMapping/>
  </p:clrMapOvr>
  <p:transition p14:dur="400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3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9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9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" fill="hold">
                            <p:stCondLst>
                              <p:cond delay="900"/>
                            </p:stCondLst>
                            <p:childTnLst>
                              <p:par>
                                <p:cTn id="10" presetID="10" presetClass="entr" presetSubtype="0" fill="hold" grpId="0" nodeType="afterEffect">
                                  <p:stCondLst>
                                    <p:cond delay="15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6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>
                            <p:stCondLst>
                              <p:cond delay="1650"/>
                            </p:stCondLst>
                            <p:childTnLst>
                              <p:par>
                                <p:cTn id="14" presetID="2" presetClass="entr" presetSubtype="4" fill="hold" grpId="0" nodeType="afterEffect">
                                  <p:stCondLst>
                                    <p:cond delay="15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6" dur="8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7" dur="8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.xml><?xml version="1.0" encoding="utf-8"?>
<p:sld xmlns:a="http://schemas.openxmlformats.org/drawingml/2006/main" xmlns:mc="http://schemas.openxmlformats.org/markup-compatibility/2006" xmlns:p="http://schemas.openxmlformats.org/presentationml/2006/main" xmlns:p14="http://schemas.microsoft.com/office/powerpoint/2010/main" xmlns:p159="http://schemas.microsoft.com/office/powerpoint/2015/09/main" xmlns:r="http://schemas.openxmlformats.org/officeDocument/2006/relationships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!!mark"/>
          <p:cNvGrpSpPr/>
          <p:nvPr/>
        </p:nvGrpSpPr>
        <p:grpSpPr>
          <a:xfrm>
            <a:off x="1133856" y="3429000"/>
            <a:ext cx="2607642" cy="637794"/>
            <a:chOff x="1133856" y="3429000"/>
            <a:chExt cx="2607642" cy="637794"/>
          </a:xfrm>
        </p:grpSpPr>
        <p:sp>
          <p:nvSpPr>
            <p:cNvPr id="2" name="Rectangle 2"/>
            <p:cNvSpPr/>
            <p:nvPr/>
          </p:nvSpPr>
          <p:spPr>
            <a:xfrm>
              <a:off x="1143000" y="3429000"/>
              <a:ext cx="609600" cy="3810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1133856" y="3714750"/>
              <a:ext cx="2607642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800" dirty="0">
                  <a:solidFill>
                    <a:srgbClr val="4E5E75"/>
                  </a:solidFill>
                  <a:latin typeface="+mn-lt"/>
                  <a:ea typeface="+mn-ea"/>
                  <a:cs typeface="+mn-cs"/>
                </a:rPr>
                <a:t>AERODYNAMICS · 02</a:t>
              </a:r>
            </a:p>
          </p:txBody>
        </p:sp>
      </p:grpSp>
      <p:grpSp>
        <p:nvGrpSpPr>
          <p:cNvPr id="9" name="!!core"/>
          <p:cNvGrpSpPr/>
          <p:nvPr/>
        </p:nvGrpSpPr>
        <p:grpSpPr>
          <a:xfrm>
            <a:off x="0" y="5486400"/>
            <a:ext cx="10287000" cy="5486400"/>
            <a:chOff x="0" y="5486400"/>
            <a:chExt cx="10287000" cy="5486400"/>
          </a:xfrm>
        </p:grpSpPr>
        <p:pic>
          <p:nvPicPr>
            <p:cNvPr id="5" name="Image 5"/>
            <p:cNvPicPr>
              <a:picLocks noChangeAspect="1"/>
            </p:cNvPicPr>
            <p:nvPr/>
          </p:nvPicPr>
          <p:blipFill>
            <a:blip r:embed="rId2"/>
            <a:srcRect l="0" t="1111" r="0" b="1111"/>
            <a:stretch>
              <a:fillRect/>
            </a:stretch>
          </p:blipFill>
          <p:spPr>
            <a:xfrm>
              <a:off x="0" y="5486400"/>
              <a:ext cx="10287000" cy="5486400"/>
            </a:xfrm>
            <a:prstGeom prst="rect">
              <a:avLst/>
            </a:prstGeom>
          </p:spPr>
        </p:pic>
        <p:sp>
          <p:nvSpPr>
            <p:cNvPr id="6" name="Rectangle 6"/>
            <p:cNvSpPr/>
            <p:nvPr/>
          </p:nvSpPr>
          <p:spPr>
            <a:xfrm>
              <a:off x="0" y="5486400"/>
              <a:ext cx="10287000" cy="5486400"/>
            </a:xfrm>
            <a:prstGeom prst="rect">
              <a:avLst/>
            </a:prstGeom>
            <a:solidFill>
              <a:schemeClr val="lt1">
                <a:alpha val="12000"/>
              </a:schemeClr>
            </a:solidFill>
            <a:ln>
              <a:noFill/>
            </a:ln>
          </p:spPr>
        </p:sp>
        <p:sp>
          <p:nvSpPr>
            <p:cNvPr id="7" name="Rectangle 7"/>
            <p:cNvSpPr/>
            <p:nvPr/>
          </p:nvSpPr>
          <p:spPr>
            <a:xfrm>
              <a:off x="0" y="5486400"/>
              <a:ext cx="10287000" cy="47625"/>
            </a:xfrm>
            <a:prstGeom prst="rect">
              <a:avLst/>
            </a:prstGeom>
            <a:gradFill>
              <a:gsLst>
                <a:gs pos="0">
                  <a:schemeClr val="accent1"/>
                </a:gs>
                <a:gs pos="100000">
                  <a:schemeClr val="accent2"/>
                </a:gs>
              </a:gsLst>
              <a:lin ang="0" scaled="1"/>
            </a:gradFill>
            <a:ln>
              <a:noFill/>
            </a:ln>
          </p:spPr>
        </p:sp>
        <p:sp>
          <p:nvSpPr>
            <p:cNvPr id="8" name="Rectangle 8"/>
            <p:cNvSpPr/>
            <p:nvPr/>
          </p:nvSpPr>
          <p:spPr>
            <a:xfrm>
              <a:off x="0" y="10925175"/>
              <a:ext cx="10287000" cy="47625"/>
            </a:xfrm>
            <a:prstGeom prst="rect">
              <a:avLst/>
            </a:prstGeom>
            <a:gradFill>
              <a:gsLst>
                <a:gs pos="0">
                  <a:schemeClr val="accent1"/>
                </a:gs>
                <a:gs pos="100000">
                  <a:schemeClr val="accent2"/>
                </a:gs>
              </a:gsLst>
              <a:lin ang="0" scaled="1"/>
            </a:gradFill>
            <a:ln>
              <a:noFill/>
            </a:ln>
          </p:spPr>
        </p:sp>
      </p:grpSp>
      <p:grpSp>
        <p:nvGrpSpPr>
          <p:cNvPr id="14" name="w-type"/>
          <p:cNvGrpSpPr/>
          <p:nvPr/>
        </p:nvGrpSpPr>
        <p:grpSpPr>
          <a:xfrm>
            <a:off x="1123950" y="12045950"/>
            <a:ext cx="5054971" cy="2571242"/>
            <a:chOff x="1123950" y="12045950"/>
            <a:chExt cx="5054971" cy="2571242"/>
          </a:xfrm>
        </p:grpSpPr>
        <p:sp>
          <p:nvSpPr>
            <p:cNvPr id="10" name="TextBox 10"/>
            <p:cNvSpPr txBox="1"/>
            <p:nvPr/>
          </p:nvSpPr>
          <p:spPr>
            <a:xfrm>
              <a:off x="1133094" y="12045950"/>
              <a:ext cx="2899178" cy="381381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950" b="1" spc="450" dirty="0">
                  <a:solidFill>
                    <a:schemeClr val="accent2"/>
                  </a:solidFill>
                  <a:latin typeface="+mn-lt"/>
                  <a:ea typeface="+mn-ea"/>
                  <a:cs typeface="+mn-cs"/>
                </a:rPr>
                <a:t>THE PRINCIPLE</a:t>
              </a: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1123950" y="12573000"/>
              <a:ext cx="4963655" cy="90487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465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Air is not empty.</a:t>
              </a:r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1130808" y="13709650"/>
              <a:ext cx="5048113" cy="46939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2400" dirty="0">
                  <a:solidFill>
                    <a:srgbClr val="8FA3BF"/>
                  </a:solidFill>
                  <a:latin typeface="+mn-lt"/>
                  <a:ea typeface="+mn-ea"/>
                  <a:cs typeface="+mn-cs"/>
                </a:rPr>
                <a:t>At 250 km/h the car makes enough</a:t>
              </a:r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1130808" y="14147800"/>
              <a:ext cx="4747995" cy="46939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2400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downforce to drive on the ceiling.</a:t>
              </a:r>
            </a:p>
          </p:txBody>
        </p:sp>
      </p:grpSp>
      <p:grpSp>
        <p:nvGrpSpPr>
          <p:cNvPr id="16" name="w-bottom"/>
          <p:cNvGrpSpPr/>
          <p:nvPr/>
        </p:nvGrpSpPr>
        <p:grpSpPr>
          <a:xfrm>
            <a:off x="1134618" y="15036800"/>
            <a:ext cx="1868515" cy="322707"/>
            <a:chOff x="1134618" y="15036800"/>
            <a:chExt cx="1868515" cy="322707"/>
          </a:xfrm>
        </p:grpSpPr>
        <p:sp>
          <p:nvSpPr>
            <p:cNvPr id="15" name="TextBox 15"/>
            <p:cNvSpPr txBox="1"/>
            <p:nvPr/>
          </p:nvSpPr>
          <p:spPr>
            <a:xfrm>
              <a:off x="1134618" y="15036800"/>
              <a:ext cx="1868515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650" dirty="0">
                  <a:solidFill>
                    <a:srgbClr val="39485C"/>
                  </a:solidFill>
                  <a:latin typeface="+mn-lt"/>
                  <a:ea typeface="+mn-ea"/>
                  <a:cs typeface="+mn-cs"/>
                </a:rPr>
                <a:t>ppt-master · native</a:t>
              </a:r>
            </a:p>
          </p:txBody>
        </p:sp>
      </p:grpSp>
    </p:spTree>
  </p:cSld>
  <p:clrMapOvr>
    <a:masterClrMapping/>
  </p:clrMapOvr>
  <mc:AlternateContent>
    <mc:Choice Requires="p159">
      <p:transition p14:dur="900">
        <p159:morph option="byObject"/>
      </p:transition>
    </mc:Choice>
    <mc:Fallback>
      <p:transition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8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8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6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.xml><?xml version="1.0" encoding="utf-8"?>
<p:sld xmlns:a="http://schemas.openxmlformats.org/drawingml/2006/main" xmlns:mc="http://schemas.openxmlformats.org/markup-compatibility/2006" xmlns:p="http://schemas.openxmlformats.org/presentationml/2006/main" xmlns:p14="http://schemas.microsoft.com/office/powerpoint/2010/main" xmlns:p159="http://schemas.microsoft.com/office/powerpoint/2015/09/main" xmlns:r="http://schemas.openxmlformats.org/officeDocument/2006/relationships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!!mark"/>
          <p:cNvGrpSpPr/>
          <p:nvPr/>
        </p:nvGrpSpPr>
        <p:grpSpPr>
          <a:xfrm>
            <a:off x="1133856" y="3429000"/>
            <a:ext cx="2607642" cy="637794"/>
            <a:chOff x="1133856" y="3429000"/>
            <a:chExt cx="2607642" cy="637794"/>
          </a:xfrm>
        </p:grpSpPr>
        <p:sp>
          <p:nvSpPr>
            <p:cNvPr id="2" name="Rectangle 2"/>
            <p:cNvSpPr/>
            <p:nvPr/>
          </p:nvSpPr>
          <p:spPr>
            <a:xfrm>
              <a:off x="1143000" y="3429000"/>
              <a:ext cx="609600" cy="3810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1133856" y="3714750"/>
              <a:ext cx="2607642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800" dirty="0">
                  <a:solidFill>
                    <a:srgbClr val="8FA3BF"/>
                  </a:solidFill>
                  <a:latin typeface="+mn-lt"/>
                  <a:ea typeface="+mn-ea"/>
                  <a:cs typeface="+mn-cs"/>
                </a:rPr>
                <a:t>AERODYNAMICS · 03</a:t>
              </a:r>
            </a:p>
          </p:txBody>
        </p:sp>
      </p:grpSp>
      <p:grpSp>
        <p:nvGrpSpPr>
          <p:cNvPr id="9" name="!!core"/>
          <p:cNvGrpSpPr/>
          <p:nvPr/>
        </p:nvGrpSpPr>
        <p:grpSpPr>
          <a:xfrm>
            <a:off x="0" y="5486400"/>
            <a:ext cx="10287000" cy="5486400"/>
            <a:chOff x="0" y="5486400"/>
            <a:chExt cx="10287000" cy="5486400"/>
          </a:xfrm>
        </p:grpSpPr>
        <p:pic>
          <p:nvPicPr>
            <p:cNvPr id="5" name="Image 5"/>
            <p:cNvPicPr>
              <a:picLocks noChangeAspect="1"/>
            </p:cNvPicPr>
            <p:nvPr/>
          </p:nvPicPr>
          <p:blipFill>
            <a:blip r:embed="rId2"/>
            <a:srcRect l="0" t="1111" r="0" b="1111"/>
            <a:stretch>
              <a:fillRect/>
            </a:stretch>
          </p:blipFill>
          <p:spPr>
            <a:xfrm>
              <a:off x="0" y="5486400"/>
              <a:ext cx="10287000" cy="5486400"/>
            </a:xfrm>
            <a:prstGeom prst="rect">
              <a:avLst/>
            </a:prstGeom>
          </p:spPr>
        </p:pic>
        <p:sp>
          <p:nvSpPr>
            <p:cNvPr id="6" name="Rectangle 6"/>
            <p:cNvSpPr/>
            <p:nvPr/>
          </p:nvSpPr>
          <p:spPr>
            <a:xfrm>
              <a:off x="0" y="5486400"/>
              <a:ext cx="10287000" cy="5486400"/>
            </a:xfrm>
            <a:prstGeom prst="rect">
              <a:avLst/>
            </a:prstGeom>
            <a:solidFill>
              <a:schemeClr val="lt1">
                <a:alpha val="12000"/>
              </a:schemeClr>
            </a:solidFill>
            <a:ln>
              <a:noFill/>
            </a:ln>
          </p:spPr>
        </p:sp>
        <p:sp>
          <p:nvSpPr>
            <p:cNvPr id="7" name="Rectangle 7"/>
            <p:cNvSpPr/>
            <p:nvPr/>
          </p:nvSpPr>
          <p:spPr>
            <a:xfrm>
              <a:off x="0" y="5486400"/>
              <a:ext cx="10287000" cy="47625"/>
            </a:xfrm>
            <a:prstGeom prst="rect">
              <a:avLst/>
            </a:prstGeom>
            <a:gradFill>
              <a:gsLst>
                <a:gs pos="0">
                  <a:schemeClr val="accent1"/>
                </a:gs>
                <a:gs pos="100000">
                  <a:schemeClr val="accent2"/>
                </a:gs>
              </a:gsLst>
              <a:lin ang="0" scaled="1"/>
            </a:gradFill>
            <a:ln>
              <a:noFill/>
            </a:ln>
          </p:spPr>
        </p:sp>
        <p:sp>
          <p:nvSpPr>
            <p:cNvPr id="8" name="Rectangle 8"/>
            <p:cNvSpPr/>
            <p:nvPr/>
          </p:nvSpPr>
          <p:spPr>
            <a:xfrm>
              <a:off x="0" y="10925175"/>
              <a:ext cx="10287000" cy="47625"/>
            </a:xfrm>
            <a:prstGeom prst="rect">
              <a:avLst/>
            </a:prstGeom>
            <a:gradFill>
              <a:gsLst>
                <a:gs pos="0">
                  <a:schemeClr val="accent1"/>
                </a:gs>
                <a:gs pos="100000">
                  <a:schemeClr val="accent2"/>
                </a:gs>
              </a:gsLst>
              <a:lin ang="0" scaled="1"/>
            </a:gradFill>
            <a:ln>
              <a:noFill/>
            </a:ln>
          </p:spPr>
        </p:sp>
      </p:grpSp>
      <p:grpSp>
        <p:nvGrpSpPr>
          <p:cNvPr id="13" name="x-core-bot"/>
          <p:cNvGrpSpPr/>
          <p:nvPr/>
        </p:nvGrpSpPr>
        <p:grpSpPr>
          <a:xfrm>
            <a:off x="1123950" y="12045950"/>
            <a:ext cx="5145825" cy="2094992"/>
            <a:chOff x="1123950" y="12045950"/>
            <a:chExt cx="5145825" cy="2094992"/>
          </a:xfrm>
        </p:grpSpPr>
        <p:sp>
          <p:nvSpPr>
            <p:cNvPr id="10" name="TextBox 10"/>
            <p:cNvSpPr txBox="1"/>
            <p:nvPr/>
          </p:nvSpPr>
          <p:spPr>
            <a:xfrm>
              <a:off x="1133094" y="12045950"/>
              <a:ext cx="1885884" cy="381381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950" b="1" spc="450" dirty="0">
                  <a:solidFill>
                    <a:schemeClr val="accent2"/>
                  </a:solidFill>
                  <a:latin typeface="+mn-lt"/>
                  <a:ea typeface="+mn-ea"/>
                  <a:cs typeface="+mn-cs"/>
                </a:rPr>
                <a:t>EVIDENCE</a:t>
              </a: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1123950" y="12623800"/>
              <a:ext cx="5145825" cy="81915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420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Thousands of runs</a:t>
              </a:r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1130808" y="13671550"/>
              <a:ext cx="4442354" cy="46939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2400" dirty="0">
                  <a:solidFill>
                    <a:srgbClr val="8FA3BF"/>
                  </a:solidFill>
                  <a:latin typeface="+mn-lt"/>
                  <a:ea typeface="+mn-ea"/>
                  <a:cs typeface="+mn-cs"/>
                </a:rPr>
                <a:t>before a single part is ever cut.</a:t>
              </a:r>
            </a:p>
          </p:txBody>
        </p:sp>
      </p:grpSp>
      <p:grpSp>
        <p:nvGrpSpPr>
          <p:cNvPr id="15" name="x-bottom"/>
          <p:cNvGrpSpPr/>
          <p:nvPr/>
        </p:nvGrpSpPr>
        <p:grpSpPr>
          <a:xfrm>
            <a:off x="1134618" y="16370300"/>
            <a:ext cx="1868515" cy="322707"/>
            <a:chOff x="1134618" y="16370300"/>
            <a:chExt cx="1868515" cy="322707"/>
          </a:xfrm>
        </p:grpSpPr>
        <p:sp>
          <p:nvSpPr>
            <p:cNvPr id="14" name="TextBox 14"/>
            <p:cNvSpPr txBox="1"/>
            <p:nvPr/>
          </p:nvSpPr>
          <p:spPr>
            <a:xfrm>
              <a:off x="1134618" y="16370300"/>
              <a:ext cx="1868515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650" dirty="0">
                  <a:solidFill>
                    <a:srgbClr val="39485C"/>
                  </a:solidFill>
                  <a:latin typeface="+mn-lt"/>
                  <a:ea typeface="+mn-ea"/>
                  <a:cs typeface="+mn-cs"/>
                </a:rPr>
                <a:t>ppt-master · native</a:t>
              </a:r>
            </a:p>
          </p:txBody>
        </p:sp>
      </p:grpSp>
    </p:spTree>
  </p:cSld>
  <p:clrMapOvr>
    <a:masterClrMapping/>
  </p:clrMapOvr>
  <mc:AlternateContent>
    <mc:Choice Requires="p159">
      <p:transition p14:dur="900">
        <p159:morph option="byObject"/>
      </p:transition>
    </mc:Choice>
    <mc:Fallback>
      <p:transition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8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8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6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mc="http://schemas.openxmlformats.org/markup-compatibility/2006" xmlns:p="http://schemas.openxmlformats.org/presentationml/2006/main" xmlns:p14="http://schemas.microsoft.com/office/powerpoint/2010/main" xmlns:p159="http://schemas.microsoft.com/office/powerpoint/2015/09/main" xmlns:r="http://schemas.openxmlformats.org/officeDocument/2006/relationships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!!mark"/>
          <p:cNvGrpSpPr/>
          <p:nvPr/>
        </p:nvGrpSpPr>
        <p:grpSpPr>
          <a:xfrm>
            <a:off x="1133856" y="3429000"/>
            <a:ext cx="2607642" cy="637794"/>
            <a:chOff x="1133856" y="3429000"/>
            <a:chExt cx="2607642" cy="637794"/>
          </a:xfrm>
        </p:grpSpPr>
        <p:sp>
          <p:nvSpPr>
            <p:cNvPr id="2" name="Rectangle 2"/>
            <p:cNvSpPr/>
            <p:nvPr/>
          </p:nvSpPr>
          <p:spPr>
            <a:xfrm>
              <a:off x="1143000" y="3429000"/>
              <a:ext cx="609600" cy="3810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1133856" y="3714750"/>
              <a:ext cx="2607642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800" dirty="0">
                  <a:solidFill>
                    <a:srgbClr val="4E5E75"/>
                  </a:solidFill>
                  <a:latin typeface="+mn-lt"/>
                  <a:ea typeface="+mn-ea"/>
                  <a:cs typeface="+mn-cs"/>
                </a:rPr>
                <a:t>AERODYNAMICS · 04</a:t>
              </a:r>
            </a:p>
          </p:txBody>
        </p:sp>
      </p:grpSp>
      <p:grpSp>
        <p:nvGrpSpPr>
          <p:cNvPr id="9" name="!!core"/>
          <p:cNvGrpSpPr/>
          <p:nvPr/>
        </p:nvGrpSpPr>
        <p:grpSpPr>
          <a:xfrm>
            <a:off x="0" y="5486400"/>
            <a:ext cx="10287000" cy="5486400"/>
            <a:chOff x="0" y="5486400"/>
            <a:chExt cx="10287000" cy="5486400"/>
          </a:xfrm>
        </p:grpSpPr>
        <p:pic>
          <p:nvPicPr>
            <p:cNvPr id="5" name="Image 5"/>
            <p:cNvPicPr>
              <a:picLocks noChangeAspect="1"/>
            </p:cNvPicPr>
            <p:nvPr/>
          </p:nvPicPr>
          <p:blipFill>
            <a:blip r:embed="rId2"/>
            <a:srcRect l="0" t="1111" r="0" b="1111"/>
            <a:stretch>
              <a:fillRect/>
            </a:stretch>
          </p:blipFill>
          <p:spPr>
            <a:xfrm>
              <a:off x="0" y="5486400"/>
              <a:ext cx="10287000" cy="5486400"/>
            </a:xfrm>
            <a:prstGeom prst="rect">
              <a:avLst/>
            </a:prstGeom>
          </p:spPr>
        </p:pic>
        <p:sp>
          <p:nvSpPr>
            <p:cNvPr id="6" name="Rectangle 6"/>
            <p:cNvSpPr/>
            <p:nvPr/>
          </p:nvSpPr>
          <p:spPr>
            <a:xfrm>
              <a:off x="0" y="5486400"/>
              <a:ext cx="10287000" cy="5486400"/>
            </a:xfrm>
            <a:prstGeom prst="rect">
              <a:avLst/>
            </a:prstGeom>
            <a:solidFill>
              <a:schemeClr val="lt1">
                <a:alpha val="12000"/>
              </a:schemeClr>
            </a:solidFill>
            <a:ln>
              <a:noFill/>
            </a:ln>
          </p:spPr>
        </p:sp>
        <p:sp>
          <p:nvSpPr>
            <p:cNvPr id="7" name="Rectangle 7"/>
            <p:cNvSpPr/>
            <p:nvPr/>
          </p:nvSpPr>
          <p:spPr>
            <a:xfrm>
              <a:off x="0" y="5486400"/>
              <a:ext cx="10287000" cy="47625"/>
            </a:xfrm>
            <a:prstGeom prst="rect">
              <a:avLst/>
            </a:prstGeom>
            <a:gradFill>
              <a:gsLst>
                <a:gs pos="0">
                  <a:schemeClr val="accent1"/>
                </a:gs>
                <a:gs pos="100000">
                  <a:schemeClr val="accent2"/>
                </a:gs>
              </a:gsLst>
              <a:lin ang="0" scaled="1"/>
            </a:gradFill>
            <a:ln>
              <a:noFill/>
            </a:ln>
          </p:spPr>
        </p:sp>
        <p:sp>
          <p:nvSpPr>
            <p:cNvPr id="8" name="Rectangle 8"/>
            <p:cNvSpPr/>
            <p:nvPr/>
          </p:nvSpPr>
          <p:spPr>
            <a:xfrm>
              <a:off x="0" y="10925175"/>
              <a:ext cx="10287000" cy="47625"/>
            </a:xfrm>
            <a:prstGeom prst="rect">
              <a:avLst/>
            </a:prstGeom>
            <a:gradFill>
              <a:gsLst>
                <a:gs pos="0">
                  <a:schemeClr val="accent1"/>
                </a:gs>
                <a:gs pos="100000">
                  <a:schemeClr val="accent2"/>
                </a:gs>
              </a:gsLst>
              <a:lin ang="0" scaled="1"/>
            </a:gradFill>
            <a:ln>
              <a:noFill/>
            </a:ln>
          </p:spPr>
        </p:sp>
      </p:grpSp>
      <p:grpSp>
        <p:nvGrpSpPr>
          <p:cNvPr id="13" name="y-type"/>
          <p:cNvGrpSpPr/>
          <p:nvPr/>
        </p:nvGrpSpPr>
        <p:grpSpPr>
          <a:xfrm>
            <a:off x="1123950" y="12141200"/>
            <a:ext cx="3534995" cy="2457450"/>
            <a:chOff x="1123950" y="12141200"/>
            <a:chExt cx="3534995" cy="2457450"/>
          </a:xfrm>
        </p:grpSpPr>
        <p:sp>
          <p:nvSpPr>
            <p:cNvPr id="10" name="TextBox 10"/>
            <p:cNvSpPr txBox="1"/>
            <p:nvPr/>
          </p:nvSpPr>
          <p:spPr>
            <a:xfrm>
              <a:off x="1133094" y="12141200"/>
              <a:ext cx="1713481" cy="381381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950" b="1" spc="450" dirty="0">
                  <a:solidFill>
                    <a:schemeClr val="accent2"/>
                  </a:solidFill>
                  <a:latin typeface="+mn-lt"/>
                  <a:ea typeface="+mn-ea"/>
                  <a:cs typeface="+mn-cs"/>
                </a:rPr>
                <a:t>SO WHAT</a:t>
              </a: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1123950" y="12636500"/>
              <a:ext cx="3219511" cy="11049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570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Speed is</a:t>
              </a:r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1123950" y="13493750"/>
              <a:ext cx="3534995" cy="11049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570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arranged.</a:t>
              </a:r>
            </a:p>
          </p:txBody>
        </p:sp>
      </p:grpSp>
      <p:grpSp>
        <p:nvGrpSpPr>
          <p:cNvPr id="15" name="y-bottom"/>
          <p:cNvGrpSpPr/>
          <p:nvPr/>
        </p:nvGrpSpPr>
        <p:grpSpPr>
          <a:xfrm>
            <a:off x="1134618" y="15036800"/>
            <a:ext cx="1868515" cy="322707"/>
            <a:chOff x="1134618" y="15036800"/>
            <a:chExt cx="1868515" cy="322707"/>
          </a:xfrm>
        </p:grpSpPr>
        <p:sp>
          <p:nvSpPr>
            <p:cNvPr id="14" name="TextBox 14"/>
            <p:cNvSpPr txBox="1"/>
            <p:nvPr/>
          </p:nvSpPr>
          <p:spPr>
            <a:xfrm>
              <a:off x="1134618" y="15036800"/>
              <a:ext cx="1868515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650" dirty="0">
                  <a:solidFill>
                    <a:srgbClr val="39485C"/>
                  </a:solidFill>
                  <a:latin typeface="+mn-lt"/>
                  <a:ea typeface="+mn-ea"/>
                  <a:cs typeface="+mn-cs"/>
                </a:rPr>
                <a:t>ppt-master · native</a:t>
              </a:r>
            </a:p>
          </p:txBody>
        </p:sp>
      </p:grpSp>
    </p:spTree>
  </p:cSld>
  <p:clrMapOvr>
    <a:masterClrMapping/>
  </p:clrMapOvr>
  <mc:AlternateContent>
    <mc:Choice Requires="p159">
      <p:transition p14:dur="1000">
        <p159:morph option="byObject"/>
      </p:transition>
    </mc:Choice>
    <mc:Fallback>
      <p:transition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8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8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6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theme/theme1.xml><?xml version="1.0" encoding="utf-8"?>
<a:theme xmlns:a="http://schemas.openxmlformats.org/drawingml/2006/main" name="f1v">
  <a:themeElements>
    <a:clrScheme name="f1v">
      <a:dk1>
        <a:srgbClr val="F5F7FA"/>
      </a:dk1>
      <a:lt1>
        <a:srgbClr val="000000"/>
      </a:lt1>
      <a:dk2>
        <a:srgbClr val="F5F7FA"/>
      </a:dk2>
      <a:lt2>
        <a:srgbClr val="000000"/>
      </a:lt2>
      <a:accent1>
        <a:srgbClr val="FF3D71"/>
      </a:accent1>
      <a:accent2>
        <a:srgbClr val="FFB020"/>
      </a:accent2>
      <a:accent3>
        <a:srgbClr val="FFB020"/>
      </a:accent3>
      <a:accent4>
        <a:srgbClr val="FF3D71"/>
      </a:accent4>
      <a:accent5>
        <a:srgbClr val="4BACC6"/>
      </a:accent5>
      <a:accent6>
        <a:srgbClr val="F79646"/>
      </a:accent6>
      <a:hlink>
        <a:srgbClr val="FFB020"/>
      </a:hlink>
      <a:folHlink>
        <a:srgbClr val="FFB020"/>
      </a:folHlink>
    </a:clrScheme>
    <a:fontScheme name="f1v">
      <a:majorFont>
        <a:latin typeface="Arial"/>
        <a:ea typeface="Microsoft YaHei"/>
        <a:cs typeface="Arial"/>
        <a:font script="Jpan" typeface="Microsoft YaHei"/>
        <a:font script="Hang" typeface="Microsoft YaHei"/>
        <a:font script="Hans" typeface="Microsoft YaHei"/>
        <a:font script="Hant" typeface="Microsoft YaHei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Microsoft YaHei"/>
        <a:cs typeface="Arial"/>
        <a:font script="Jpan" typeface="Microsoft YaHei"/>
        <a:font script="Hang" typeface="Microsoft YaHei"/>
        <a:font script="Hans" typeface="Microsoft YaHei"/>
        <a:font script="Hant" typeface="Microsoft YaHei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f1v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Office PowerPoint</Application>
  <PresentationFormat>Custom</PresentationFormat>
  <Paragraphs>0</Paragraphs>
  <Slides>4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/>
  <dc:language>en-US</dc:language>
  <cp:lastModifiedBy/>
  <cp:revision>1</cp:revision>
  <dcterms:created xsi:type="dcterms:W3CDTF">2026-10-11T19:56:18Z</dcterms:created>
  <dcterms:modified xsi:type="dcterms:W3CDTF">2026-10-11T19:56:18Z</dcterms:modified>
  <cp:category/>
  <cp:contentStatus/>
</cp:coreProperties>
</file>