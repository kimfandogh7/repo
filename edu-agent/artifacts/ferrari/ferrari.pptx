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errari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errari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-US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-US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-US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500" kern="1200" lang="en-US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en-US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en-US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en-US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en-US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en-US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en-US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en-US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en-US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en-US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 lang="en-US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en-US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en-US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en-US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en-US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en-US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en-US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en-US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en-US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536a51e8333d80e.jp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a563cb1b4cc3451.jp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gradFill>
          <a:gsLst>
            <a:gs pos="0">
              <a:srgbClr val="F01A05"/>
            </a:gs>
            <a:gs pos="100000">
              <a:srgbClr val="B81400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!!stage"/>
          <p:cNvGrpSpPr/>
          <p:nvPr/>
        </p:nvGrpSpPr>
        <p:grpSpPr>
          <a:xfrm>
            <a:off x="6096000" y="0"/>
            <a:ext cx="6096000" cy="6858000"/>
            <a:chOff x="6096000" y="0"/>
            <a:chExt cx="6096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25758" t="0" r="25757" b="0"/>
            <a:stretch>
              <a:fillRect/>
            </a:stretch>
          </p:blipFill>
          <p:spPr>
            <a:xfrm>
              <a:off x="6096000" y="0"/>
              <a:ext cx="60960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6096000" y="0"/>
              <a:ext cx="6096000" cy="6858000"/>
            </a:xfrm>
            <a:prstGeom prst="rect">
              <a:avLst/>
            </a:prstGeom>
            <a:solidFill>
              <a:srgbClr val="B81400">
                <a:alpha val="18000"/>
              </a:srgbClr>
            </a:solidFill>
            <a:ln>
              <a:noFill/>
            </a:ln>
          </p:spPr>
        </p:sp>
      </p:grpSp>
      <p:grpSp>
        <p:nvGrpSpPr>
          <p:cNvPr id="11" name="f-type"/>
          <p:cNvGrpSpPr/>
          <p:nvPr/>
        </p:nvGrpSpPr>
        <p:grpSpPr>
          <a:xfrm>
            <a:off x="666750" y="2038350"/>
            <a:ext cx="4589734" cy="3683381"/>
            <a:chOff x="666750" y="2038350"/>
            <a:chExt cx="4589734" cy="3683381"/>
          </a:xfrm>
        </p:grpSpPr>
        <p:sp>
          <p:nvSpPr>
            <p:cNvPr id="5" name="TextBox 5"/>
            <p:cNvSpPr txBox="1"/>
            <p:nvPr/>
          </p:nvSpPr>
          <p:spPr>
            <a:xfrm>
              <a:off x="676656" y="2038350"/>
              <a:ext cx="22737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spc="3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SEASON 2004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254250"/>
              <a:ext cx="458973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FERRARI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6750" y="3359150"/>
              <a:ext cx="2942117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F2004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4629150"/>
              <a:ext cx="2095500" cy="76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5894" y="4959350"/>
              <a:ext cx="27128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FFE0D6"/>
                  </a:solidFill>
                  <a:latin typeface="+mn-lt"/>
                  <a:ea typeface="+mn-ea"/>
                  <a:cs typeface="+mn-cs"/>
                </a:rPr>
                <a:t>The most dominant car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5894" y="5340350"/>
              <a:ext cx="240624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FFE0D6"/>
                  </a:solidFill>
                  <a:latin typeface="+mn-lt"/>
                  <a:ea typeface="+mn-ea"/>
                  <a:cs typeface="+mn-cs"/>
                </a:rPr>
                <a:t>in Formula 1 history.</a:t>
              </a:r>
            </a:p>
          </p:txBody>
        </p:sp>
      </p:grpSp>
      <p:grpSp>
        <p:nvGrpSpPr>
          <p:cNvPr id="14" name="f-flames"/>
          <p:cNvGrpSpPr/>
          <p:nvPr/>
        </p:nvGrpSpPr>
        <p:grpSpPr>
          <a:xfrm>
            <a:off x="685800" y="5715000"/>
            <a:ext cx="1447800" cy="571500"/>
            <a:chOff x="685800" y="5715000"/>
            <a:chExt cx="1447800" cy="571500"/>
          </a:xfrm>
        </p:grpSpPr>
        <p:sp>
          <p:nvSpPr>
            <p:cNvPr id="12" name="Freeform 12"/>
            <p:cNvSpPr/>
            <p:nvPr/>
          </p:nvSpPr>
          <p:spPr>
            <a:xfrm>
              <a:off x="685800" y="5715000"/>
              <a:ext cx="609600" cy="571500"/>
            </a:xfrm>
            <a:custGeom>
              <a:avLst/>
              <a:gdLst/>
              <a:ahLst/>
              <a:cxnLst/>
              <a:rect l="l" t="t" r="r" b="b"/>
              <a:pathLst>
                <a:path w="609600" h="571500">
                  <a:moveTo>
                    <a:pt x="0" y="571500"/>
                  </a:moveTo>
                  <a:cubicBezTo>
                    <a:pt x="152400" y="247650"/>
                    <a:pt x="57150" y="95250"/>
                    <a:pt x="228600" y="0"/>
                  </a:cubicBezTo>
                  <a:cubicBezTo>
                    <a:pt x="190500" y="190500"/>
                    <a:pt x="304800" y="266700"/>
                    <a:pt x="266700" y="438150"/>
                  </a:cubicBezTo>
                  <a:cubicBezTo>
                    <a:pt x="381000" y="228600"/>
                    <a:pt x="476250" y="152400"/>
                    <a:pt x="609600" y="114300"/>
                  </a:cubicBezTo>
                  <a:cubicBezTo>
                    <a:pt x="495300" y="247650"/>
                    <a:pt x="495300" y="381000"/>
                    <a:pt x="571500" y="57150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rgbClr val="FF6A00"/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524000" y="5715000"/>
              <a:ext cx="609600" cy="571500"/>
            </a:xfrm>
            <a:custGeom>
              <a:avLst/>
              <a:gdLst/>
              <a:ahLst/>
              <a:cxnLst/>
              <a:rect l="l" t="t" r="r" b="b"/>
              <a:pathLst>
                <a:path w="609600" h="571500">
                  <a:moveTo>
                    <a:pt x="0" y="571500"/>
                  </a:moveTo>
                  <a:cubicBezTo>
                    <a:pt x="152400" y="247650"/>
                    <a:pt x="57150" y="95250"/>
                    <a:pt x="228600" y="0"/>
                  </a:cubicBezTo>
                  <a:cubicBezTo>
                    <a:pt x="190500" y="190500"/>
                    <a:pt x="304800" y="266700"/>
                    <a:pt x="266700" y="438150"/>
                  </a:cubicBezTo>
                  <a:cubicBezTo>
                    <a:pt x="381000" y="228600"/>
                    <a:pt x="476250" y="152400"/>
                    <a:pt x="609600" y="114300"/>
                  </a:cubicBezTo>
                  <a:cubicBezTo>
                    <a:pt x="495300" y="247650"/>
                    <a:pt x="495300" y="381000"/>
                    <a:pt x="571500" y="57150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rgbClr val="FF6A00"/>
                </a:gs>
              </a:gsLst>
              <a:lin ang="16200000" scaled="1"/>
            </a:gradFill>
            <a:ln>
              <a:noFill/>
            </a:ln>
          </p:spPr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9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gradFill>
          <a:gsLst>
            <a:gs pos="0">
              <a:schemeClr val="lt1"/>
            </a:gs>
            <a:gs pos="100000">
              <a:srgbClr val="6E0A00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!!stage"/>
          <p:cNvGrpSpPr/>
          <p:nvPr/>
        </p:nvGrpSpPr>
        <p:grpSpPr>
          <a:xfrm>
            <a:off x="0" y="0"/>
            <a:ext cx="12192000" cy="4476750"/>
            <a:chOff x="0" y="0"/>
            <a:chExt cx="12192000" cy="447675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16341" r="0" b="16341"/>
            <a:stretch>
              <a:fillRect/>
            </a:stretch>
          </p:blipFill>
          <p:spPr>
            <a:xfrm>
              <a:off x="0" y="0"/>
              <a:ext cx="12192000" cy="447675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12192000" cy="4476750"/>
            </a:xfrm>
            <a:prstGeom prst="rect">
              <a:avLst/>
            </a:prstGeom>
            <a:solidFill>
              <a:srgbClr val="5A0A00">
                <a:alpha val="22000"/>
              </a:srgbClr>
            </a:solidFill>
            <a:ln>
              <a:noFill/>
            </a:ln>
          </p:spPr>
        </p:sp>
      </p:grpSp>
      <p:grpSp>
        <p:nvGrpSpPr>
          <p:cNvPr id="8" name="m-type"/>
          <p:cNvGrpSpPr/>
          <p:nvPr/>
        </p:nvGrpSpPr>
        <p:grpSpPr>
          <a:xfrm>
            <a:off x="666750" y="4940300"/>
            <a:ext cx="6718966" cy="1393444"/>
            <a:chOff x="666750" y="4940300"/>
            <a:chExt cx="6718966" cy="1393444"/>
          </a:xfrm>
        </p:grpSpPr>
        <p:sp>
          <p:nvSpPr>
            <p:cNvPr id="5" name="TextBox 5"/>
            <p:cNvSpPr txBox="1"/>
            <p:nvPr/>
          </p:nvSpPr>
          <p:spPr>
            <a:xfrm>
              <a:off x="677418" y="4940300"/>
              <a:ext cx="2271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spc="3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NUMBERS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5238750"/>
              <a:ext cx="6718966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 wins from 18 races.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6656" y="5981700"/>
              <a:ext cx="48618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 season so complete it was never repeated.</a:t>
              </a:r>
            </a:p>
          </p:txBody>
        </p:sp>
      </p:grp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rgbClr val="F5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e-head"/>
          <p:cNvGrpSpPr/>
          <p:nvPr/>
        </p:nvGrpSpPr>
        <p:grpSpPr>
          <a:xfrm>
            <a:off x="666750" y="1073150"/>
            <a:ext cx="8449527" cy="1298575"/>
            <a:chOff x="666750" y="1073150"/>
            <a:chExt cx="8449527" cy="1298575"/>
          </a:xfrm>
        </p:grpSpPr>
        <p:sp>
          <p:nvSpPr>
            <p:cNvPr id="2" name="TextBox 2"/>
            <p:cNvSpPr txBox="1"/>
            <p:nvPr/>
          </p:nvSpPr>
          <p:spPr>
            <a:xfrm>
              <a:off x="677418" y="1073150"/>
              <a:ext cx="27052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spc="375" dirty="0">
                  <a:solidFill>
                    <a:srgbClr val="B81400"/>
                  </a:solidFill>
                  <a:latin typeface="+mn-lt"/>
                  <a:ea typeface="+mn-ea"/>
                  <a:cs typeface="+mn-cs"/>
                </a:rPr>
                <a:t>UNDER THE SKIN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6750" y="1524000"/>
              <a:ext cx="844952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350" b="1" dirty="0">
                  <a:solidFill>
                    <a:srgbClr val="1A0E0B"/>
                  </a:solidFill>
                  <a:latin typeface="+mn-lt"/>
                  <a:ea typeface="+mn-ea"/>
                  <a:cs typeface="+mn-cs"/>
                </a:rPr>
                <a:t>Power is nothing without grip.</a:t>
              </a:r>
            </a:p>
          </p:txBody>
        </p:sp>
      </p:grpSp>
      <p:grpSp>
        <p:nvGrpSpPr>
          <p:cNvPr id="23" name="!!stage"/>
          <p:cNvGrpSpPr/>
          <p:nvPr/>
        </p:nvGrpSpPr>
        <p:grpSpPr>
          <a:xfrm>
            <a:off x="685800" y="2857500"/>
            <a:ext cx="10820400" cy="3238500"/>
            <a:chOff x="685800" y="2857500"/>
            <a:chExt cx="10820400" cy="3238500"/>
          </a:xfrm>
        </p:grpSpPr>
        <p:sp>
          <p:nvSpPr>
            <p:cNvPr id="5" name="Rectangle 5"/>
            <p:cNvSpPr/>
            <p:nvPr/>
          </p:nvSpPr>
          <p:spPr>
            <a:xfrm>
              <a:off x="685800" y="2857500"/>
              <a:ext cx="3238500" cy="3238500"/>
            </a:xfrm>
            <a:prstGeom prst="roundRect">
              <a:avLst>
                <a:gd name="adj" fmla="val 2941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685800" y="2857500"/>
              <a:ext cx="3238500" cy="762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rgbClr val="FF6A00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7750" y="3143250"/>
              <a:ext cx="1419556" cy="1190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150" b="1" dirty="0">
                  <a:solidFill>
                    <a:srgbClr val="C41605"/>
                  </a:solidFill>
                  <a:latin typeface="+mn-lt"/>
                  <a:ea typeface="+mn-ea"/>
                  <a:cs typeface="+mn-cs"/>
                </a:rPr>
                <a:t>865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7656" y="4133850"/>
              <a:ext cx="13917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A0E0B"/>
                  </a:solidFill>
                  <a:latin typeface="+mn-lt"/>
                  <a:ea typeface="+mn-ea"/>
                  <a:cs typeface="+mn-cs"/>
                </a:rPr>
                <a:t>horsepower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9561" y="4775200"/>
              <a:ext cx="2028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6B5148"/>
                  </a:solidFill>
                  <a:latin typeface="+mn-lt"/>
                  <a:ea typeface="+mn-ea"/>
                  <a:cs typeface="+mn-cs"/>
                </a:rPr>
                <a:t>V10, naturally aspirated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59561" y="5080000"/>
              <a:ext cx="9815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6B5148"/>
                  </a:solidFill>
                  <a:latin typeface="+mn-lt"/>
                  <a:ea typeface="+mn-ea"/>
                  <a:cs typeface="+mn-cs"/>
                </a:rPr>
                <a:t>19,000 rpm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476750" y="2857500"/>
              <a:ext cx="3238500" cy="3238500"/>
            </a:xfrm>
            <a:prstGeom prst="roundRect">
              <a:avLst>
                <a:gd name="adj" fmla="val 2941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476750" y="2857500"/>
              <a:ext cx="3238500" cy="762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rgbClr val="FF6A00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838700" y="3143250"/>
              <a:ext cx="1419556" cy="1190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150" b="1" dirty="0">
                  <a:solidFill>
                    <a:srgbClr val="C41605"/>
                  </a:solidFill>
                  <a:latin typeface="+mn-lt"/>
                  <a:ea typeface="+mn-ea"/>
                  <a:cs typeface="+mn-cs"/>
                </a:rPr>
                <a:t>600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48606" y="4133850"/>
              <a:ext cx="8798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A0E0B"/>
                  </a:solidFill>
                  <a:latin typeface="+mn-lt"/>
                  <a:ea typeface="+mn-ea"/>
                  <a:cs typeface="+mn-cs"/>
                </a:rPr>
                <a:t>kg total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50511" y="4775200"/>
              <a:ext cx="16189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6B5148"/>
                  </a:solidFill>
                  <a:latin typeface="+mn-lt"/>
                  <a:ea typeface="+mn-ea"/>
                  <a:cs typeface="+mn-cs"/>
                </a:rPr>
                <a:t>with driver and fuel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50511" y="5080000"/>
              <a:ext cx="16511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6B5148"/>
                  </a:solidFill>
                  <a:latin typeface="+mn-lt"/>
                  <a:ea typeface="+mn-ea"/>
                  <a:cs typeface="+mn-cs"/>
                </a:rPr>
                <a:t>carbon monocoque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267700" y="2857500"/>
              <a:ext cx="3238500" cy="3238500"/>
            </a:xfrm>
            <a:prstGeom prst="roundRect">
              <a:avLst>
                <a:gd name="adj" fmla="val 2941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8267700" y="2857500"/>
              <a:ext cx="3238500" cy="762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rgbClr val="FF6A00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29650" y="3143250"/>
              <a:ext cx="1189065" cy="1190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150" b="1" dirty="0">
                  <a:solidFill>
                    <a:srgbClr val="C41605"/>
                  </a:solidFill>
                  <a:latin typeface="+mn-lt"/>
                  <a:ea typeface="+mn-ea"/>
                  <a:cs typeface="+mn-cs"/>
                </a:rPr>
                <a:t>0.9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39556" y="4133850"/>
              <a:ext cx="2104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A0E0B"/>
                  </a:solidFill>
                  <a:latin typeface="+mn-lt"/>
                  <a:ea typeface="+mn-ea"/>
                  <a:cs typeface="+mn-cs"/>
                </a:rPr>
                <a:t>tonnes downforce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41461" y="4775200"/>
              <a:ext cx="19912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6B5148"/>
                  </a:solidFill>
                  <a:latin typeface="+mn-lt"/>
                  <a:ea typeface="+mn-ea"/>
                  <a:cs typeface="+mn-cs"/>
                </a:rPr>
                <a:t>generated by the wings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41461" y="5080000"/>
              <a:ext cx="16294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6B5148"/>
                  </a:solidFill>
                  <a:latin typeface="+mn-lt"/>
                  <a:ea typeface="+mn-ea"/>
                  <a:cs typeface="+mn-cs"/>
                </a:rPr>
                <a:t>at maximum speed</a:t>
              </a:r>
            </a:p>
          </p:txBody>
        </p:sp>
      </p:grp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9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gradFill>
          <a:gsLst>
            <a:gs pos="0">
              <a:srgbClr val="B81400"/>
            </a:gs>
            <a:gs pos="100000">
              <a:srgbClr val="4A0600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stage"/>
          <p:cNvGrpSpPr/>
          <p:nvPr/>
        </p:nvGrpSpPr>
        <p:grpSpPr>
          <a:xfrm>
            <a:off x="6858000" y="666750"/>
            <a:ext cx="5524500" cy="5524500"/>
            <a:chOff x="6858000" y="666750"/>
            <a:chExt cx="5524500" cy="5524500"/>
          </a:xfrm>
        </p:grpSpPr>
        <p:sp>
          <p:nvSpPr>
            <p:cNvPr id="2" name="Ellipse 2"/>
            <p:cNvSpPr/>
            <p:nvPr/>
          </p:nvSpPr>
          <p:spPr>
            <a:xfrm>
              <a:off x="6858000" y="666750"/>
              <a:ext cx="5524500" cy="5524500"/>
            </a:xfrm>
            <a:prstGeom prst="ellipse">
              <a:avLst/>
            </a:prstGeom>
            <a:noFill/>
            <a:ln w="19050">
              <a:solidFill>
                <a:schemeClr val="dk1">
                  <a:alpha val="12000"/>
                </a:schemeClr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7620000" y="1428750"/>
              <a:ext cx="4000500" cy="4000500"/>
            </a:xfrm>
            <a:prstGeom prst="ellipse">
              <a:avLst/>
            </a:prstGeom>
            <a:noFill/>
            <a:ln w="19050">
              <a:solidFill>
                <a:schemeClr val="dk1">
                  <a:alpha val="10000"/>
                </a:scheme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8382000" y="2190750"/>
              <a:ext cx="2476500" cy="2476500"/>
            </a:xfrm>
            <a:prstGeom prst="ellipse">
              <a:avLst/>
            </a:prstGeom>
            <a:noFill/>
            <a:ln w="28575">
              <a:solidFill>
                <a:schemeClr val="accent2">
                  <a:alpha val="55000"/>
                </a:schemeClr>
              </a:solidFill>
            </a:ln>
          </p:spPr>
        </p:sp>
      </p:grpSp>
      <p:grpSp>
        <p:nvGrpSpPr>
          <p:cNvPr id="10" name="l-type"/>
          <p:cNvGrpSpPr/>
          <p:nvPr/>
        </p:nvGrpSpPr>
        <p:grpSpPr>
          <a:xfrm>
            <a:off x="666750" y="2197100"/>
            <a:ext cx="5931269" cy="2432050"/>
            <a:chOff x="666750" y="2197100"/>
            <a:chExt cx="5931269" cy="2432050"/>
          </a:xfrm>
        </p:grpSpPr>
        <p:sp>
          <p:nvSpPr>
            <p:cNvPr id="6" name="TextBox 6"/>
            <p:cNvSpPr txBox="1"/>
            <p:nvPr/>
          </p:nvSpPr>
          <p:spPr>
            <a:xfrm>
              <a:off x="677418" y="2197100"/>
              <a:ext cx="2009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spc="3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LEGACY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6750" y="2533650"/>
              <a:ext cx="4088624" cy="1133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Built once.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6750" y="3352800"/>
              <a:ext cx="5931269" cy="1133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8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Never matched.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5800" y="4552950"/>
              <a:ext cx="1714500" cy="76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</p:grpSp>
      <p:grpSp>
        <p:nvGrpSpPr>
          <p:cNvPr id="13" name="l-flames"/>
          <p:cNvGrpSpPr/>
          <p:nvPr/>
        </p:nvGrpSpPr>
        <p:grpSpPr>
          <a:xfrm>
            <a:off x="685800" y="5524500"/>
            <a:ext cx="1733550" cy="666750"/>
            <a:chOff x="685800" y="5524500"/>
            <a:chExt cx="1733550" cy="666750"/>
          </a:xfrm>
        </p:grpSpPr>
        <p:sp>
          <p:nvSpPr>
            <p:cNvPr id="11" name="Freeform 11"/>
            <p:cNvSpPr/>
            <p:nvPr/>
          </p:nvSpPr>
          <p:spPr>
            <a:xfrm>
              <a:off x="685800" y="5524500"/>
              <a:ext cx="742950" cy="666750"/>
            </a:xfrm>
            <a:custGeom>
              <a:avLst/>
              <a:gdLst/>
              <a:ahLst/>
              <a:cxnLst/>
              <a:rect l="l" t="t" r="r" b="b"/>
              <a:pathLst>
                <a:path w="742950" h="666750">
                  <a:moveTo>
                    <a:pt x="0" y="666750"/>
                  </a:moveTo>
                  <a:cubicBezTo>
                    <a:pt x="190500" y="285750"/>
                    <a:pt x="57150" y="114300"/>
                    <a:pt x="266700" y="0"/>
                  </a:cubicBezTo>
                  <a:cubicBezTo>
                    <a:pt x="209550" y="228600"/>
                    <a:pt x="361950" y="323850"/>
                    <a:pt x="304800" y="514350"/>
                  </a:cubicBezTo>
                  <a:cubicBezTo>
                    <a:pt x="457200" y="266700"/>
                    <a:pt x="571500" y="171450"/>
                    <a:pt x="742950" y="133350"/>
                  </a:cubicBezTo>
                  <a:cubicBezTo>
                    <a:pt x="590550" y="285750"/>
                    <a:pt x="590550" y="457200"/>
                    <a:pt x="685800" y="66675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rgbClr val="FF6A00"/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676400" y="5524500"/>
              <a:ext cx="742950" cy="666750"/>
            </a:xfrm>
            <a:custGeom>
              <a:avLst/>
              <a:gdLst/>
              <a:ahLst/>
              <a:cxnLst/>
              <a:rect l="l" t="t" r="r" b="b"/>
              <a:pathLst>
                <a:path w="742950" h="666750">
                  <a:moveTo>
                    <a:pt x="0" y="666750"/>
                  </a:moveTo>
                  <a:cubicBezTo>
                    <a:pt x="190500" y="285750"/>
                    <a:pt x="57150" y="114300"/>
                    <a:pt x="266700" y="0"/>
                  </a:cubicBezTo>
                  <a:cubicBezTo>
                    <a:pt x="209550" y="228600"/>
                    <a:pt x="361950" y="323850"/>
                    <a:pt x="304800" y="514350"/>
                  </a:cubicBezTo>
                  <a:cubicBezTo>
                    <a:pt x="457200" y="266700"/>
                    <a:pt x="571500" y="171450"/>
                    <a:pt x="742950" y="133350"/>
                  </a:cubicBezTo>
                  <a:cubicBezTo>
                    <a:pt x="590550" y="285750"/>
                    <a:pt x="590550" y="457200"/>
                    <a:pt x="685800" y="66675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rgbClr val="FF6A00"/>
                </a:gs>
              </a:gsLst>
              <a:lin ang="16200000" scaled="1"/>
            </a:gradFill>
            <a:ln>
              <a:noFill/>
            </a:ln>
          </p:spPr>
        </p:sp>
      </p:grpSp>
    </p:spTree>
  </p:cSld>
  <p:clrMapOvr>
    <a:masterClrMapping/>
  </p:clrMapOvr>
  <mc:AlternateContent>
    <mc:Choice Requires="p159">
      <p:transition p14:dur="10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errari">
  <a:themeElements>
    <a:clrScheme name="ferrari">
      <a:dk1>
        <a:srgbClr val="FFFFFF"/>
      </a:dk1>
      <a:lt1>
        <a:srgbClr val="C41605"/>
      </a:lt1>
      <a:dk2>
        <a:srgbClr val="FFFFFF"/>
      </a:dk2>
      <a:lt2>
        <a:srgbClr val="C41605"/>
      </a:lt2>
      <a:accent1>
        <a:srgbClr val="E01806"/>
      </a:accent1>
      <a:accent2>
        <a:srgbClr val="FFD400"/>
      </a:accent2>
      <a:accent3>
        <a:srgbClr val="FFD400"/>
      </a:accent3>
      <a:accent4>
        <a:srgbClr val="E01806"/>
      </a:accent4>
      <a:accent5>
        <a:srgbClr val="FFD9CE"/>
      </a:accent5>
      <a:accent6>
        <a:srgbClr val="8C0F00"/>
      </a:accent6>
      <a:hlink>
        <a:srgbClr val="FFD400"/>
      </a:hlink>
      <a:folHlink>
        <a:srgbClr val="FFD400"/>
      </a:folHlink>
    </a:clrScheme>
    <a:fontScheme name="ferrari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rrar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en-US</dc:language>
  <cp:lastModifiedBy/>
  <cp:revision>1</cp:revision>
  <dcterms:created xsi:type="dcterms:W3CDTF">2026-10-11T21:13:18Z</dcterms:created>
  <dcterms:modified xsi:type="dcterms:W3CDTF">2026-10-11T21:13:18Z</dcterms:modified>
  <cp:category/>
  <cp:contentStatus/>
</cp:coreProperties>
</file>