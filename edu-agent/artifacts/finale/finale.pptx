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0287000" cy="18288000" type="custom"/>
  <p:notesSz cx="6858000" cy="9144000"/>
  <p:defaultTextStyle>
    <a:defPPr>
      <a:defRPr lang="en-US"/>
    </a:defPPr>
    <a:lvl1pPr marL="0" algn="l" defTabSz="457200" rtl="0" eaLnBrk="1" latinLnBrk="0" hangingPunct="1">
      <a:defRPr sz="1800" kern="1200" lang="en-US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en-US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en-US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en-US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en-US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en-US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en-US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en-US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en-US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ferrariv5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ferrariv5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en-US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en-US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en-US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6600" kern="1200" lang="en-US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2250" kern="1200" lang="en-US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100" kern="1200" lang="en-US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950" kern="1200" lang="en-US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850" kern="1200" lang="en-US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700" kern="1200" lang="en-US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1550" kern="1200" lang="en-US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1400" kern="1200" lang="en-US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1250" kern="1200" lang="en-US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1100" kern="1200" lang="en-US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2250" kern="1200" lang="en-US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2100" kern="1200" lang="en-US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950" kern="1200" lang="en-US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50" kern="1200" lang="en-US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700" kern="1200" lang="en-US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550" kern="1200" lang="en-US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400" kern="1200" lang="en-US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250" kern="1200" lang="en-US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100" kern="1200" lang="en-US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_1536a51e8333d80e.jpg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_1a563cb1b4cc3451.jp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bg>
      <p:bgPr>
        <a:gradFill>
          <a:gsLst>
            <a:gs pos="0">
              <a:schemeClr val="accent1"/>
            </a:gs>
            <a:gs pos="100000">
              <a:schemeClr val="accent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!!stage"/>
          <p:cNvGrpSpPr/>
          <p:nvPr/>
        </p:nvGrpSpPr>
        <p:grpSpPr>
          <a:xfrm>
            <a:off x="0" y="0"/>
            <a:ext cx="10287000" cy="9525000"/>
            <a:chOff x="0" y="0"/>
            <a:chExt cx="10287000" cy="9525000"/>
          </a:xfrm>
        </p:grpSpPr>
        <p:sp>
          <p:nvSpPr>
            <p:cNvPr id="3" name="Rectangle 3"/>
            <p:cNvSpPr/>
            <p:nvPr/>
          </p:nvSpPr>
          <p:spPr>
            <a:xfrm>
              <a:off x="0" y="4762500"/>
              <a:ext cx="10287000" cy="4762500"/>
            </a:xfrm>
            <a:prstGeom prst="rect">
              <a:avLst/>
            </a:prstGeom>
            <a:gradFill>
              <a:gsLst>
                <a:gs pos="0">
                  <a:schemeClr val="accent6">
                    <a:alpha val="0"/>
                  </a:schemeClr>
                </a:gs>
                <a:gs pos="70000">
                  <a:schemeClr val="accent6"/>
                </a:gs>
              </a:gsLst>
              <a:lin ang="5400000" scaled="1"/>
            </a:gradFill>
            <a:ln>
              <a:noFill/>
            </a:ln>
          </p:spPr>
        </p:sp>
      </p:grpSp>
      <p:pic>
        <p:nvPicPr>
          <p:cNvPr id="14" name="!!car" descr="F1 car, turntable angle 0 d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381250"/>
            <a:ext cx="9144000" cy="3333750"/>
          </a:xfrm>
          <a:prstGeom prst="rect">
            <a:avLst/>
          </a:prstGeom>
        </p:spPr>
      </p:pic>
      <p:grpSp>
        <p:nvGrpSpPr>
          <p:cNvPr id="11" name="v1-type"/>
          <p:cNvGrpSpPr/>
          <p:nvPr/>
        </p:nvGrpSpPr>
        <p:grpSpPr>
          <a:xfrm>
            <a:off x="742950" y="10769600"/>
            <a:ext cx="7150029" cy="5831840"/>
            <a:chOff x="742950" y="10769600"/>
            <a:chExt cx="7150029" cy="5831840"/>
          </a:xfrm>
        </p:grpSpPr>
        <p:sp>
          <p:nvSpPr>
            <p:cNvPr id="5" name="TextBox 5"/>
            <p:cNvSpPr txBox="1"/>
            <p:nvPr/>
          </p:nvSpPr>
          <p:spPr>
            <a:xfrm>
              <a:off x="750570" y="10769600"/>
              <a:ext cx="302882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250" b="1" spc="6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SEASON 2004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742950" y="11379200"/>
              <a:ext cx="7150029" cy="21621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FERRARI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42950" y="12903200"/>
              <a:ext cx="4575627" cy="21621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F2004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14859000"/>
              <a:ext cx="2476500" cy="9525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46760" y="15443200"/>
              <a:ext cx="4173663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30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The most dominant car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46760" y="16014700"/>
              <a:ext cx="4624330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30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Formula 1 has ever seen.</a:t>
              </a:r>
            </a:p>
          </p:txBody>
        </p:sp>
      </p:grpSp>
    </p:spTree>
  </p:cSld>
  <p:clrMapOvr>
    <a:masterClrMapping/>
  </p:clrMapOvr>
  <p:transition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2" presetClass="entr" presetSubtype="4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8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8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>
  <p:cSld>
    <p:bg>
      <p:bgPr>
        <a:solidFill>
          <a:srgbClr val="F5F2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2-rule"/>
          <p:cNvSpPr/>
          <p:nvPr/>
        </p:nvSpPr>
        <p:spPr>
          <a:xfrm>
            <a:off x="762000" y="2286000"/>
            <a:ext cx="8763000" cy="952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grpSp>
        <p:nvGrpSpPr>
          <p:cNvPr id="6" name="v2-type"/>
          <p:cNvGrpSpPr/>
          <p:nvPr/>
        </p:nvGrpSpPr>
        <p:grpSpPr>
          <a:xfrm>
            <a:off x="742950" y="3530600"/>
            <a:ext cx="6634608" cy="3028950"/>
            <a:chOff x="742950" y="3530600"/>
            <a:chExt cx="6634608" cy="3028950"/>
          </a:xfrm>
        </p:grpSpPr>
        <p:sp>
          <p:nvSpPr>
            <p:cNvPr id="3" name="TextBox 3"/>
            <p:cNvSpPr txBox="1"/>
            <p:nvPr/>
          </p:nvSpPr>
          <p:spPr>
            <a:xfrm>
              <a:off x="750570" y="3530600"/>
              <a:ext cx="2871536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250" b="1" spc="600" dirty="0">
                  <a:solidFill>
                    <a:srgbClr val="B81400"/>
                  </a:solidFill>
                  <a:latin typeface="+mn-lt"/>
                  <a:ea typeface="+mn-ea"/>
                  <a:cs typeface="+mn-cs"/>
                </a:rPr>
                <a:t>THE SEASON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42950" y="4140200"/>
              <a:ext cx="5446496" cy="1276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6600" b="1" dirty="0">
                  <a:solidFill>
                    <a:srgbClr val="1A0E0B"/>
                  </a:solidFill>
                  <a:latin typeface="+mn-lt"/>
                  <a:ea typeface="+mn-ea"/>
                  <a:cs typeface="+mn-cs"/>
                </a:rPr>
                <a:t>Fifteen wins.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42950" y="5283200"/>
              <a:ext cx="6634608" cy="1276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6600" b="1" dirty="0">
                  <a:solidFill>
                    <a:srgbClr val="C41605"/>
                  </a:solidFill>
                  <a:latin typeface="+mn-lt"/>
                  <a:ea typeface="+mn-ea"/>
                  <a:cs typeface="+mn-cs"/>
                </a:rPr>
                <a:t>Eighteen races.</a:t>
              </a:r>
            </a:p>
          </p:txBody>
        </p:sp>
      </p:grpSp>
      <p:grpSp>
        <p:nvGrpSpPr>
          <p:cNvPr id="21" name="!!stage"/>
          <p:cNvGrpSpPr/>
          <p:nvPr/>
        </p:nvGrpSpPr>
        <p:grpSpPr>
          <a:xfrm>
            <a:off x="749046" y="7378700"/>
            <a:ext cx="8394954" cy="7756779"/>
            <a:chOff x="749046" y="7378700"/>
            <a:chExt cx="8394954" cy="7756779"/>
          </a:xfrm>
        </p:grpSpPr>
        <p:sp>
          <p:nvSpPr>
            <p:cNvPr id="7" name="TextBox 7"/>
            <p:cNvSpPr txBox="1"/>
            <p:nvPr/>
          </p:nvSpPr>
          <p:spPr>
            <a:xfrm>
              <a:off x="752094" y="7378700"/>
              <a:ext cx="798994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950" dirty="0">
                  <a:solidFill>
                    <a:srgbClr val="6B5148"/>
                  </a:solidFill>
                  <a:latin typeface="+mn-lt"/>
                  <a:ea typeface="+mn-ea"/>
                  <a:cs typeface="+mn-cs"/>
                </a:rPr>
                <a:t>Ferrari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7810500"/>
              <a:ext cx="8382000" cy="723900"/>
            </a:xfrm>
            <a:prstGeom prst="roundRect">
              <a:avLst>
                <a:gd name="adj" fmla="val 10526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73074" y="7893050"/>
              <a:ext cx="551694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34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52094" y="8997950"/>
              <a:ext cx="144535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950" dirty="0">
                  <a:solidFill>
                    <a:srgbClr val="6B5148"/>
                  </a:solidFill>
                  <a:latin typeface="+mn-lt"/>
                  <a:ea typeface="+mn-ea"/>
                  <a:cs typeface="+mn-cs"/>
                </a:rPr>
                <a:t>BAR Honda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9429750"/>
              <a:ext cx="2457450" cy="723900"/>
            </a:xfrm>
            <a:prstGeom prst="roundRect">
              <a:avLst>
                <a:gd name="adj" fmla="val 10526"/>
              </a:avLst>
            </a:prstGeom>
            <a:solidFill>
              <a:srgbClr val="D8CEC8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73074" y="9512300"/>
              <a:ext cx="29337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3450" b="1" dirty="0">
                  <a:solidFill>
                    <a:srgbClr val="1A0E0B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52094" y="10617200"/>
              <a:ext cx="93199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950" dirty="0">
                  <a:solidFill>
                    <a:srgbClr val="6B5148"/>
                  </a:solidFill>
                  <a:latin typeface="+mn-lt"/>
                  <a:ea typeface="+mn-ea"/>
                  <a:cs typeface="+mn-cs"/>
                </a:rPr>
                <a:t>Renault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62000" y="11049000"/>
              <a:ext cx="1676400" cy="723900"/>
            </a:xfrm>
            <a:prstGeom prst="roundRect">
              <a:avLst>
                <a:gd name="adj" fmla="val 10526"/>
              </a:avLst>
            </a:prstGeom>
            <a:solidFill>
              <a:srgbClr val="D8CEC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73074" y="11131550"/>
              <a:ext cx="29337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3450" b="1" dirty="0">
                  <a:solidFill>
                    <a:srgbClr val="1A0E0B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52094" y="12236450"/>
              <a:ext cx="100373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950" dirty="0">
                  <a:solidFill>
                    <a:srgbClr val="6B5148"/>
                  </a:solidFill>
                  <a:latin typeface="+mn-lt"/>
                  <a:ea typeface="+mn-ea"/>
                  <a:cs typeface="+mn-cs"/>
                </a:rPr>
                <a:t>Williams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12668250"/>
              <a:ext cx="1114425" cy="723900"/>
            </a:xfrm>
            <a:prstGeom prst="roundRect">
              <a:avLst>
                <a:gd name="adj" fmla="val 10526"/>
              </a:avLst>
            </a:prstGeom>
            <a:solidFill>
              <a:srgbClr val="D8CEC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73074" y="12750800"/>
              <a:ext cx="29337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3450" b="1" dirty="0">
                  <a:solidFill>
                    <a:srgbClr val="1A0E0B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49046" y="14160500"/>
              <a:ext cx="485374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550" dirty="0">
                  <a:solidFill>
                    <a:srgbClr val="1A0E0B"/>
                  </a:solidFill>
                  <a:latin typeface="+mn-lt"/>
                  <a:ea typeface="+mn-ea"/>
                  <a:cs typeface="+mn-cs"/>
                </a:rPr>
                <a:t>15 of 18 — no other constructor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49046" y="14636750"/>
              <a:ext cx="443391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550" dirty="0">
                  <a:solidFill>
                    <a:srgbClr val="1A0E0B"/>
                  </a:solidFill>
                  <a:latin typeface="+mn-lt"/>
                  <a:ea typeface="+mn-ea"/>
                  <a:cs typeface="+mn-cs"/>
                </a:rPr>
                <a:t>won more than a single race.</a:t>
              </a:r>
            </a:p>
          </p:txBody>
        </p:sp>
      </p:grpSp>
      <p:pic xmlns:r="http://schemas.openxmlformats.org/officeDocument/2006/relationships">
        <p:nvPicPr>
          <p:cNvPr id="22" name="!!car" descr="F1 car, turntable angle 120 d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0" y="15478125"/>
            <a:ext cx="4953000" cy="1805781"/>
          </a:xfrm>
          <a:prstGeom prst="rect">
            <a:avLst/>
          </a:prstGeom>
        </p:spPr>
      </p:pic>
    </p:spTree>
  </p:cSld>
  <p:clrMapOvr>
    <a:masterClrMapping/>
  </p:clrMapOvr>
  <mc:AlternateContent>
    <mc:Choice Requires="p159">
      <p:transition p14:dur="9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8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8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9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!!stage"/>
          <p:cNvGrpSpPr/>
          <p:nvPr/>
        </p:nvGrpSpPr>
        <p:grpSpPr>
          <a:xfrm>
            <a:off x="0" y="0"/>
            <a:ext cx="10287000" cy="10287000"/>
            <a:chOff x="0" y="0"/>
            <a:chExt cx="10287000" cy="10287000"/>
          </a:xfrm>
        </p:grpSpPr>
        <p:sp>
          <p:nvSpPr>
            <p:cNvPr id="3" name="Rectangle 3"/>
            <p:cNvSpPr/>
            <p:nvPr/>
          </p:nvSpPr>
          <p:spPr>
            <a:xfrm>
              <a:off x="0" y="5524500"/>
              <a:ext cx="10287000" cy="4762500"/>
            </a:xfrm>
            <a:prstGeom prst="rect">
              <a:avLst/>
            </a:prstGeom>
            <a:gradFill>
              <a:gsLst>
                <a:gs pos="0">
                  <a:schemeClr val="accent6">
                    <a:alpha val="0"/>
                  </a:schemeClr>
                </a:gs>
                <a:gs pos="70000">
                  <a:schemeClr val="accent6"/>
                </a:gs>
              </a:gsLst>
              <a:lin ang="5400000" scaled="1"/>
            </a:gradFill>
            <a:ln>
              <a:noFill/>
            </a:ln>
          </p:spPr>
        </p:sp>
      </p:grpSp>
      <p:pic>
        <p:nvPicPr>
          <p:cNvPr id="13" name="!!car" descr="F1 car, turntable angle 200 d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3500" y="1714500"/>
            <a:ext cx="7620000" cy="2778125"/>
          </a:xfrm>
          <a:prstGeom prst="rect">
            <a:avLst/>
          </a:prstGeom>
        </p:spPr>
      </p:pic>
      <p:grpSp>
        <p:nvGrpSpPr>
          <p:cNvPr id="11" name="v3-type"/>
          <p:cNvGrpSpPr/>
          <p:nvPr/>
        </p:nvGrpSpPr>
        <p:grpSpPr>
          <a:xfrm>
            <a:off x="742950" y="11531600"/>
            <a:ext cx="5805120" cy="4668266"/>
            <a:chOff x="742950" y="11531600"/>
            <a:chExt cx="5805120" cy="4668266"/>
          </a:xfrm>
        </p:grpSpPr>
        <p:sp>
          <p:nvSpPr>
            <p:cNvPr id="5" name="TextBox 5"/>
            <p:cNvSpPr txBox="1"/>
            <p:nvPr/>
          </p:nvSpPr>
          <p:spPr>
            <a:xfrm>
              <a:off x="750570" y="11531600"/>
              <a:ext cx="3098786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250" b="1" spc="6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THE MACHINE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742950" y="12249150"/>
              <a:ext cx="4309039" cy="1247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64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Built to be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42950" y="13201650"/>
              <a:ext cx="5585141" cy="1247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64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unfollowable.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14573250"/>
              <a:ext cx="2476500" cy="9525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48284" y="15100300"/>
              <a:ext cx="5799786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7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A V10 that screamed to 19,000 rpm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48284" y="15671800"/>
              <a:ext cx="4573837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7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in an era of no substitutions.</a:t>
              </a:r>
            </a:p>
          </p:txBody>
        </p:sp>
      </p:grpSp>
    </p:spTree>
  </p:cSld>
  <p:clrMapOvr>
    <a:masterClrMapping/>
  </p:clrMapOvr>
  <mc:AlternateContent>
    <mc:Choice Requires="p159">
      <p:transition p14:dur="9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8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8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>
  <p:cSld>
    <p:bg>
      <p:bgPr>
        <a:solidFill>
          <a:srgbClr val="F5F2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v4-head"/>
          <p:cNvGrpSpPr/>
          <p:nvPr/>
        </p:nvGrpSpPr>
        <p:grpSpPr>
          <a:xfrm>
            <a:off x="742950" y="2578100"/>
            <a:ext cx="5404586" cy="1847850"/>
            <a:chOff x="742950" y="2578100"/>
            <a:chExt cx="5404586" cy="1847850"/>
          </a:xfrm>
        </p:grpSpPr>
        <p:sp>
          <p:nvSpPr>
            <p:cNvPr id="2" name="TextBox 2"/>
            <p:cNvSpPr txBox="1"/>
            <p:nvPr/>
          </p:nvSpPr>
          <p:spPr>
            <a:xfrm>
              <a:off x="750570" y="2578100"/>
              <a:ext cx="401288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250" b="1" spc="600" dirty="0">
                  <a:solidFill>
                    <a:srgbClr val="B81400"/>
                  </a:solidFill>
                  <a:latin typeface="+mn-lt"/>
                  <a:ea typeface="+mn-ea"/>
                  <a:cs typeface="+mn-cs"/>
                </a:rPr>
                <a:t>BY THE NUMBERS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742950" y="3263900"/>
              <a:ext cx="5404586" cy="1162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6000" b="1" dirty="0">
                  <a:solidFill>
                    <a:srgbClr val="1A0E0B"/>
                  </a:solidFill>
                  <a:latin typeface="+mn-lt"/>
                  <a:ea typeface="+mn-ea"/>
                  <a:cs typeface="+mn-cs"/>
                </a:rPr>
                <a:t>Three figures.</a:t>
              </a:r>
            </a:p>
          </p:txBody>
        </p:sp>
      </p:grpSp>
      <p:grpSp>
        <p:nvGrpSpPr>
          <p:cNvPr id="20" name="!!stage"/>
          <p:cNvGrpSpPr/>
          <p:nvPr/>
        </p:nvGrpSpPr>
        <p:grpSpPr>
          <a:xfrm>
            <a:off x="762000" y="5334000"/>
            <a:ext cx="8763000" cy="9906000"/>
            <a:chOff x="762000" y="5334000"/>
            <a:chExt cx="8763000" cy="9906000"/>
          </a:xfrm>
        </p:grpSpPr>
        <p:sp>
          <p:nvSpPr>
            <p:cNvPr id="5" name="Rectangle 5"/>
            <p:cNvSpPr/>
            <p:nvPr/>
          </p:nvSpPr>
          <p:spPr>
            <a:xfrm>
              <a:off x="762000" y="5334000"/>
              <a:ext cx="8763000" cy="3048000"/>
            </a:xfrm>
            <a:prstGeom prst="roundRect">
              <a:avLst>
                <a:gd name="adj" fmla="val 3750"/>
              </a:avLst>
            </a:prstGeom>
            <a:solidFill>
              <a:schemeClr val="dk1"/>
            </a:solidFill>
            <a:ln>
              <a:noFill/>
            </a:ln>
          </p:spPr>
        </p:sp>
        <p:sp>
          <p:nvSpPr>
            <p:cNvPr id="6" name="Rectangle 6"/>
            <p:cNvSpPr/>
            <p:nvPr/>
          </p:nvSpPr>
          <p:spPr>
            <a:xfrm>
              <a:off x="762000" y="5334000"/>
              <a:ext cx="8763000" cy="95250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1219200" y="5568950"/>
              <a:ext cx="2565153" cy="21621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50" b="1" dirty="0">
                  <a:solidFill>
                    <a:srgbClr val="C41605"/>
                  </a:solidFill>
                  <a:latin typeface="+mn-lt"/>
                  <a:ea typeface="+mn-ea"/>
                  <a:cs typeface="+mn-cs"/>
                </a:rPr>
                <a:t>865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223010" y="7251700"/>
              <a:ext cx="2319558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3000" b="1" dirty="0">
                  <a:solidFill>
                    <a:srgbClr val="1A0E0B"/>
                  </a:solidFill>
                  <a:latin typeface="+mn-lt"/>
                  <a:ea typeface="+mn-ea"/>
                  <a:cs typeface="+mn-cs"/>
                </a:rPr>
                <a:t>horsepower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226820" y="7816850"/>
              <a:ext cx="3137348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250" dirty="0">
                  <a:solidFill>
                    <a:srgbClr val="6B5148"/>
                  </a:solidFill>
                  <a:latin typeface="+mn-lt"/>
                  <a:ea typeface="+mn-ea"/>
                  <a:cs typeface="+mn-cs"/>
                </a:rPr>
                <a:t>from 3.0 litres, no turbo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762000" y="8763000"/>
              <a:ext cx="8763000" cy="3048000"/>
            </a:xfrm>
            <a:prstGeom prst="roundRect">
              <a:avLst>
                <a:gd name="adj" fmla="val 3750"/>
              </a:avLst>
            </a:prstGeom>
            <a:solidFill>
              <a:schemeClr val="dk1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62000" y="8763000"/>
              <a:ext cx="8763000" cy="95250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219200" y="8997950"/>
              <a:ext cx="2565153" cy="21621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50" b="1" dirty="0">
                  <a:solidFill>
                    <a:srgbClr val="C41605"/>
                  </a:solidFill>
                  <a:latin typeface="+mn-lt"/>
                  <a:ea typeface="+mn-ea"/>
                  <a:cs typeface="+mn-cs"/>
                </a:rPr>
                <a:t>600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223010" y="10680700"/>
              <a:ext cx="1938395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3000" b="1" dirty="0">
                  <a:solidFill>
                    <a:srgbClr val="1A0E0B"/>
                  </a:solidFill>
                  <a:latin typeface="+mn-lt"/>
                  <a:ea typeface="+mn-ea"/>
                  <a:cs typeface="+mn-cs"/>
                </a:rPr>
                <a:t>kilograms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226820" y="11245850"/>
              <a:ext cx="3491371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250" dirty="0">
                  <a:solidFill>
                    <a:srgbClr val="6B5148"/>
                  </a:solidFill>
                  <a:latin typeface="+mn-lt"/>
                  <a:ea typeface="+mn-ea"/>
                  <a:cs typeface="+mn-cs"/>
                </a:rPr>
                <a:t>fully fuelled, driver aboard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12192000"/>
              <a:ext cx="8763000" cy="3048000"/>
            </a:xfrm>
            <a:prstGeom prst="roundRect">
              <a:avLst>
                <a:gd name="adj" fmla="val 3750"/>
              </a:avLst>
            </a:prstGeom>
            <a:solidFill>
              <a:schemeClr val="dk1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2000" y="12192000"/>
              <a:ext cx="8763000" cy="95250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219200" y="12426950"/>
              <a:ext cx="2143523" cy="21621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50" b="1" dirty="0">
                  <a:solidFill>
                    <a:srgbClr val="C41605"/>
                  </a:solidFill>
                  <a:latin typeface="+mn-lt"/>
                  <a:ea typeface="+mn-ea"/>
                  <a:cs typeface="+mn-cs"/>
                </a:rPr>
                <a:t>0.9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223010" y="14109700"/>
              <a:ext cx="4001555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3000" b="1" dirty="0">
                  <a:solidFill>
                    <a:srgbClr val="1A0E0B"/>
                  </a:solidFill>
                  <a:latin typeface="+mn-lt"/>
                  <a:ea typeface="+mn-ea"/>
                  <a:cs typeface="+mn-cs"/>
                </a:rPr>
                <a:t>tonnes of downforce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226820" y="14674850"/>
              <a:ext cx="3423886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250" dirty="0">
                  <a:solidFill>
                    <a:srgbClr val="6B5148"/>
                  </a:solidFill>
                  <a:latin typeface="+mn-lt"/>
                  <a:ea typeface="+mn-ea"/>
                  <a:cs typeface="+mn-cs"/>
                </a:rPr>
                <a:t>more than the car weighs</a:t>
              </a:r>
            </a:p>
          </p:txBody>
        </p:sp>
      </p:grpSp>
      <p:pic xmlns:r="http://schemas.openxmlformats.org/officeDocument/2006/relationships">
        <p:nvPicPr>
          <p:cNvPr id="21" name="!!car" descr="F1 car, turntable angle 280 d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0" y="15478125"/>
            <a:ext cx="4953000" cy="1805781"/>
          </a:xfrm>
          <a:prstGeom prst="rect">
            <a:avLst/>
          </a:prstGeom>
        </p:spPr>
      </p:pic>
    </p:spTree>
  </p:cSld>
  <p:clrMapOvr>
    <a:masterClrMapping/>
  </p:clrMapOvr>
  <mc:AlternateContent>
    <mc:Choice Requires="p159">
      <p:transition p14:dur="9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9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>
  <p:cSld>
    <p:bg>
      <p:bgPr>
        <a:gradFill>
          <a:gsLst>
            <a:gs pos="0">
              <a:schemeClr val="lt1"/>
            </a:gs>
            <a:gs pos="100000">
              <a:srgbClr val="5A0900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!!stage"/>
          <p:cNvGrpSpPr/>
          <p:nvPr/>
        </p:nvGrpSpPr>
        <p:grpSpPr>
          <a:xfrm>
            <a:off x="1524000" y="5143500"/>
            <a:ext cx="7239000" cy="7239000"/>
            <a:chOff x="1524000" y="5143500"/>
            <a:chExt cx="7239000" cy="7239000"/>
          </a:xfrm>
        </p:grpSpPr>
        <p:sp>
          <p:nvSpPr>
            <p:cNvPr id="2" name="Ellipse 2"/>
            <p:cNvSpPr/>
            <p:nvPr/>
          </p:nvSpPr>
          <p:spPr>
            <a:xfrm>
              <a:off x="1524000" y="5143500"/>
              <a:ext cx="7239000" cy="7239000"/>
            </a:xfrm>
            <a:prstGeom prst="ellipse">
              <a:avLst/>
            </a:prstGeom>
            <a:noFill/>
            <a:ln w="38100">
              <a:solidFill>
                <a:srgbClr val="FF6A00">
                  <a:alpha val="55000"/>
                </a:srgbClr>
              </a:solidFill>
            </a:ln>
          </p:spPr>
        </p:sp>
        <p:sp>
          <p:nvSpPr>
            <p:cNvPr id="3" name="Ellipse 3"/>
            <p:cNvSpPr/>
            <p:nvPr/>
          </p:nvSpPr>
          <p:spPr>
            <a:xfrm>
              <a:off x="2476500" y="6096000"/>
              <a:ext cx="5334000" cy="5334000"/>
            </a:xfrm>
            <a:prstGeom prst="ellipse">
              <a:avLst/>
            </a:prstGeom>
            <a:noFill/>
            <a:ln w="38100">
              <a:solidFill>
                <a:srgbClr val="FF6A00">
                  <a:alpha val="75000"/>
                </a:srgbClr>
              </a:solidFill>
            </a:ln>
          </p:spPr>
        </p:sp>
        <p:sp>
          <p:nvSpPr>
            <p:cNvPr id="4" name="Ellipse 4"/>
            <p:cNvSpPr/>
            <p:nvPr/>
          </p:nvSpPr>
          <p:spPr>
            <a:xfrm>
              <a:off x="3429000" y="7048500"/>
              <a:ext cx="3429000" cy="3429000"/>
            </a:xfrm>
            <a:prstGeom prst="ellipse">
              <a:avLst/>
            </a:prstGeom>
            <a:noFill/>
            <a:ln w="47625">
              <a:solidFill>
                <a:schemeClr val="accent2">
                  <a:alpha val="90000"/>
                </a:schemeClr>
              </a:solidFill>
            </a:ln>
          </p:spPr>
        </p:sp>
        <p:sp>
          <p:nvSpPr>
            <p:cNvPr id="5" name="Ellipse 5"/>
            <p:cNvSpPr/>
            <p:nvPr/>
          </p:nvSpPr>
          <p:spPr>
            <a:xfrm>
              <a:off x="4381500" y="8001000"/>
              <a:ext cx="1524000" cy="1524000"/>
            </a:xfrm>
            <a:prstGeom prst="ellipse">
              <a:avLst/>
            </a:prstGeom>
            <a:solidFill>
              <a:schemeClr val="accent2">
                <a:alpha val="95000"/>
              </a:schemeClr>
            </a:solidFill>
            <a:ln>
              <a:noFill/>
            </a:ln>
          </p:spPr>
        </p:sp>
      </p:grpSp>
      <p:pic xmlns:r="http://schemas.openxmlformats.org/officeDocument/2006/relationships">
        <p:nvPicPr>
          <p:cNvPr id="13" name="!!car" descr="F1 car, turntable angle 40 d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7439025"/>
            <a:ext cx="7239000" cy="2639218"/>
          </a:xfrm>
          <a:prstGeom prst="rect">
            <a:avLst/>
          </a:prstGeom>
        </p:spPr>
      </p:pic>
      <p:grpSp>
        <p:nvGrpSpPr>
          <p:cNvPr id="10" name="v5-type"/>
          <p:cNvGrpSpPr/>
          <p:nvPr/>
        </p:nvGrpSpPr>
        <p:grpSpPr>
          <a:xfrm>
            <a:off x="742950" y="14198600"/>
            <a:ext cx="7291231" cy="2971800"/>
            <a:chOff x="742950" y="14198600"/>
            <a:chExt cx="7291231" cy="2971800"/>
          </a:xfrm>
        </p:grpSpPr>
        <p:sp>
          <p:nvSpPr>
            <p:cNvPr id="7" name="TextBox 7"/>
            <p:cNvSpPr txBox="1"/>
            <p:nvPr/>
          </p:nvSpPr>
          <p:spPr>
            <a:xfrm>
              <a:off x="750570" y="14198600"/>
              <a:ext cx="285355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250" b="1" spc="6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THE LEGACY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42950" y="14732000"/>
              <a:ext cx="5023360" cy="13906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7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Built once.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42950" y="15779750"/>
              <a:ext cx="7291231" cy="13906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7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Never matched.</a:t>
              </a:r>
            </a:p>
          </p:txBody>
        </p:sp>
      </p:grpSp>
    </p:spTree>
  </p:cSld>
  <p:clrMapOvr>
    <a:masterClrMapping/>
  </p:clrMapOvr>
  <mc:AlternateContent>
    <mc:Choice Requires="p159">
      <p:transition p14:dur="10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8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8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ferrariv5">
  <a:themeElements>
    <a:clrScheme name="ferrariv5">
      <a:dk1>
        <a:srgbClr val="FFFFFF"/>
      </a:dk1>
      <a:lt1>
        <a:srgbClr val="C41605"/>
      </a:lt1>
      <a:dk2>
        <a:srgbClr val="FFFFFF"/>
      </a:dk2>
      <a:lt2>
        <a:srgbClr val="C41605"/>
      </a:lt2>
      <a:accent1>
        <a:srgbClr val="E01806"/>
      </a:accent1>
      <a:accent2>
        <a:srgbClr val="FFD400"/>
      </a:accent2>
      <a:accent3>
        <a:srgbClr val="FFD400"/>
      </a:accent3>
      <a:accent4>
        <a:srgbClr val="E01806"/>
      </a:accent4>
      <a:accent5>
        <a:srgbClr val="FFD9CE"/>
      </a:accent5>
      <a:accent6>
        <a:srgbClr val="8C0F00"/>
      </a:accent6>
      <a:hlink>
        <a:srgbClr val="FFD400"/>
      </a:hlink>
      <a:folHlink>
        <a:srgbClr val="FFD400"/>
      </a:folHlink>
    </a:clrScheme>
    <a:fontScheme name="ferrariv5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errariv5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Custom</PresentationFormat>
  <Paragraphs>0</Paragraphs>
  <Slides>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en-US</dc:language>
  <cp:lastModifiedBy/>
  <cp:revision>1</cp:revision>
  <dcterms:created xsi:type="dcterms:W3CDTF">2026-10-11T21:19:33Z</dcterms:created>
  <dcterms:modified xsi:type="dcterms:W3CDTF">2026-10-11T21:19:33Z</dcterms:modified>
  <cp:category/>
  <cp:contentStatus/>
</cp:coreProperties>
</file>